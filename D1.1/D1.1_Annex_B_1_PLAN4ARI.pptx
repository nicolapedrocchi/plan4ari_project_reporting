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4"/>
  </p:notesMasterIdLst>
  <p:sldIdLst>
    <p:sldId id="781" r:id="rId5"/>
    <p:sldId id="733" r:id="rId6"/>
    <p:sldId id="789" r:id="rId7"/>
    <p:sldId id="790" r:id="rId8"/>
    <p:sldId id="791" r:id="rId9"/>
    <p:sldId id="792" r:id="rId10"/>
    <p:sldId id="793" r:id="rId11"/>
    <p:sldId id="794" r:id="rId12"/>
    <p:sldId id="799" r:id="rId13"/>
    <p:sldId id="796" r:id="rId14"/>
    <p:sldId id="797" r:id="rId15"/>
    <p:sldId id="798" r:id="rId16"/>
    <p:sldId id="801" r:id="rId17"/>
    <p:sldId id="802" r:id="rId18"/>
    <p:sldId id="803" r:id="rId19"/>
    <p:sldId id="800" r:id="rId20"/>
    <p:sldId id="804" r:id="rId21"/>
    <p:sldId id="805" r:id="rId22"/>
    <p:sldId id="806" r:id="rId23"/>
    <p:sldId id="807" r:id="rId24"/>
    <p:sldId id="810" r:id="rId25"/>
    <p:sldId id="809" r:id="rId26"/>
    <p:sldId id="787" r:id="rId27"/>
    <p:sldId id="782" r:id="rId28"/>
    <p:sldId id="783" r:id="rId29"/>
    <p:sldId id="784" r:id="rId30"/>
    <p:sldId id="785" r:id="rId31"/>
    <p:sldId id="811" r:id="rId32"/>
    <p:sldId id="78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002C5C"/>
    <a:srgbClr val="1C01B5"/>
    <a:srgbClr val="0033CC"/>
    <a:srgbClr val="7898C9"/>
    <a:srgbClr val="154DA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F3D7D4-9F28-42E0-84F7-E592E2229C83}" v="59" dt="2026-03-18T17:10:08.1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86" autoAdjust="0"/>
    <p:restoredTop sz="94654" autoAdjust="0"/>
  </p:normalViewPr>
  <p:slideViewPr>
    <p:cSldViewPr snapToGrid="0">
      <p:cViewPr varScale="1">
        <p:scale>
          <a:sx n="101" d="100"/>
          <a:sy n="101" d="100"/>
        </p:scale>
        <p:origin x="924" y="10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A PEDROCCHI" userId="ca29c3b2-cafe-451e-bf89-a6fca760f57b" providerId="ADAL" clId="{69AC99D6-7E9E-487F-A5F3-213A81558BF6}"/>
    <pc:docChg chg="undo redo custSel addSld delSld modSld modMainMaster">
      <pc:chgData name="NICOLA PEDROCCHI" userId="ca29c3b2-cafe-451e-bf89-a6fca760f57b" providerId="ADAL" clId="{69AC99D6-7E9E-487F-A5F3-213A81558BF6}" dt="2026-03-18T17:10:33.494" v="1818" actId="20577"/>
      <pc:docMkLst>
        <pc:docMk/>
      </pc:docMkLst>
      <pc:sldChg chg="addSp delSp modSp mod modClrScheme delAnim chgLayout">
        <pc:chgData name="NICOLA PEDROCCHI" userId="ca29c3b2-cafe-451e-bf89-a6fca760f57b" providerId="ADAL" clId="{69AC99D6-7E9E-487F-A5F3-213A81558BF6}" dt="2026-03-18T14:08:48.075" v="360" actId="113"/>
        <pc:sldMkLst>
          <pc:docMk/>
          <pc:sldMk cId="1517200160" sldId="733"/>
        </pc:sldMkLst>
        <pc:spChg chg="del">
          <ac:chgData name="NICOLA PEDROCCHI" userId="ca29c3b2-cafe-451e-bf89-a6fca760f57b" providerId="ADAL" clId="{69AC99D6-7E9E-487F-A5F3-213A81558BF6}" dt="2026-03-18T13:44:10.740" v="36" actId="478"/>
          <ac:spMkLst>
            <pc:docMk/>
            <pc:sldMk cId="1517200160" sldId="733"/>
            <ac:spMk id="2" creationId="{852AA963-424C-7F85-030D-79A1496955AA}"/>
          </ac:spMkLst>
        </pc:spChg>
        <pc:spChg chg="del mod">
          <ac:chgData name="NICOLA PEDROCCHI" userId="ca29c3b2-cafe-451e-bf89-a6fca760f57b" providerId="ADAL" clId="{69AC99D6-7E9E-487F-A5F3-213A81558BF6}" dt="2026-03-18T13:46:00.940" v="52" actId="478"/>
          <ac:spMkLst>
            <pc:docMk/>
            <pc:sldMk cId="1517200160" sldId="733"/>
            <ac:spMk id="5" creationId="{169B6DED-A08B-BF62-1CC8-A9472E89B020}"/>
          </ac:spMkLst>
        </pc:spChg>
        <pc:spChg chg="del">
          <ac:chgData name="NICOLA PEDROCCHI" userId="ca29c3b2-cafe-451e-bf89-a6fca760f57b" providerId="ADAL" clId="{69AC99D6-7E9E-487F-A5F3-213A81558BF6}" dt="2026-03-18T13:47:46.823" v="61" actId="478"/>
          <ac:spMkLst>
            <pc:docMk/>
            <pc:sldMk cId="1517200160" sldId="733"/>
            <ac:spMk id="6" creationId="{70358C0E-79D5-343A-10F0-94E9D2ACE19F}"/>
          </ac:spMkLst>
        </pc:spChg>
        <pc:spChg chg="del">
          <ac:chgData name="NICOLA PEDROCCHI" userId="ca29c3b2-cafe-451e-bf89-a6fca760f57b" providerId="ADAL" clId="{69AC99D6-7E9E-487F-A5F3-213A81558BF6}" dt="2026-03-18T13:44:15.782" v="38" actId="478"/>
          <ac:spMkLst>
            <pc:docMk/>
            <pc:sldMk cId="1517200160" sldId="733"/>
            <ac:spMk id="7" creationId="{658A0486-AA9D-601D-CE57-4BE0DD0AD0BB}"/>
          </ac:spMkLst>
        </pc:spChg>
        <pc:spChg chg="del mod">
          <ac:chgData name="NICOLA PEDROCCHI" userId="ca29c3b2-cafe-451e-bf89-a6fca760f57b" providerId="ADAL" clId="{69AC99D6-7E9E-487F-A5F3-213A81558BF6}" dt="2026-03-18T13:55:31.273" v="154" actId="478"/>
          <ac:spMkLst>
            <pc:docMk/>
            <pc:sldMk cId="1517200160" sldId="733"/>
            <ac:spMk id="8" creationId="{1690BEAA-BD4F-6275-620B-C66D7C0AB145}"/>
          </ac:spMkLst>
        </pc:spChg>
        <pc:spChg chg="del">
          <ac:chgData name="NICOLA PEDROCCHI" userId="ca29c3b2-cafe-451e-bf89-a6fca760f57b" providerId="ADAL" clId="{69AC99D6-7E9E-487F-A5F3-213A81558BF6}" dt="2026-03-18T13:44:13.347" v="37" actId="478"/>
          <ac:spMkLst>
            <pc:docMk/>
            <pc:sldMk cId="1517200160" sldId="733"/>
            <ac:spMk id="9" creationId="{FA4E6A37-32FF-0E33-C768-7CD7D9B80CAF}"/>
          </ac:spMkLst>
        </pc:spChg>
        <pc:spChg chg="add del mod">
          <ac:chgData name="NICOLA PEDROCCHI" userId="ca29c3b2-cafe-451e-bf89-a6fca760f57b" providerId="ADAL" clId="{69AC99D6-7E9E-487F-A5F3-213A81558BF6}" dt="2026-03-18T13:55:45.966" v="159" actId="478"/>
          <ac:spMkLst>
            <pc:docMk/>
            <pc:sldMk cId="1517200160" sldId="733"/>
            <ac:spMk id="11" creationId="{0285EFF4-93A8-E315-6644-C291E197BF05}"/>
          </ac:spMkLst>
        </pc:spChg>
        <pc:spChg chg="add mod ord">
          <ac:chgData name="NICOLA PEDROCCHI" userId="ca29c3b2-cafe-451e-bf89-a6fca760f57b" providerId="ADAL" clId="{69AC99D6-7E9E-487F-A5F3-213A81558BF6}" dt="2026-03-18T13:55:37.301" v="157" actId="113"/>
          <ac:spMkLst>
            <pc:docMk/>
            <pc:sldMk cId="1517200160" sldId="733"/>
            <ac:spMk id="12" creationId="{DDD2CFBD-031D-E57B-E279-D5699A6314BE}"/>
          </ac:spMkLst>
        </pc:spChg>
        <pc:spChg chg="add mod ord">
          <ac:chgData name="NICOLA PEDROCCHI" userId="ca29c3b2-cafe-451e-bf89-a6fca760f57b" providerId="ADAL" clId="{69AC99D6-7E9E-487F-A5F3-213A81558BF6}" dt="2026-03-18T14:08:48.075" v="360" actId="113"/>
          <ac:spMkLst>
            <pc:docMk/>
            <pc:sldMk cId="1517200160" sldId="733"/>
            <ac:spMk id="13" creationId="{725A1A77-F870-17C1-A400-F5BB469BCA6A}"/>
          </ac:spMkLst>
        </pc:spChg>
        <pc:picChg chg="del">
          <ac:chgData name="NICOLA PEDROCCHI" userId="ca29c3b2-cafe-451e-bf89-a6fca760f57b" providerId="ADAL" clId="{69AC99D6-7E9E-487F-A5F3-213A81558BF6}" dt="2026-03-18T13:52:35.288" v="126" actId="478"/>
          <ac:picMkLst>
            <pc:docMk/>
            <pc:sldMk cId="1517200160" sldId="733"/>
            <ac:picMk id="3" creationId="{3B17C28D-174F-2D40-61E8-DF7AFFC5F50E}"/>
          </ac:picMkLst>
        </pc:picChg>
        <pc:picChg chg="add del mod">
          <ac:chgData name="NICOLA PEDROCCHI" userId="ca29c3b2-cafe-451e-bf89-a6fca760f57b" providerId="ADAL" clId="{69AC99D6-7E9E-487F-A5F3-213A81558BF6}" dt="2026-03-18T13:45:26.725" v="42" actId="478"/>
          <ac:picMkLst>
            <pc:docMk/>
            <pc:sldMk cId="1517200160" sldId="733"/>
            <ac:picMk id="10" creationId="{11752287-1775-5C8B-361D-1ABB10D91BCF}"/>
          </ac:picMkLst>
        </pc:picChg>
      </pc:sldChg>
      <pc:sldChg chg="delSp modSp mod">
        <pc:chgData name="NICOLA PEDROCCHI" userId="ca29c3b2-cafe-451e-bf89-a6fca760f57b" providerId="ADAL" clId="{69AC99D6-7E9E-487F-A5F3-213A81558BF6}" dt="2026-03-18T13:51:31.490" v="99" actId="478"/>
        <pc:sldMkLst>
          <pc:docMk/>
          <pc:sldMk cId="3791230169" sldId="781"/>
        </pc:sldMkLst>
        <pc:spChg chg="del">
          <ac:chgData name="NICOLA PEDROCCHI" userId="ca29c3b2-cafe-451e-bf89-a6fca760f57b" providerId="ADAL" clId="{69AC99D6-7E9E-487F-A5F3-213A81558BF6}" dt="2026-03-18T13:51:31.490" v="99" actId="478"/>
          <ac:spMkLst>
            <pc:docMk/>
            <pc:sldMk cId="3791230169" sldId="781"/>
            <ac:spMk id="3" creationId="{6FA34A83-C83A-5B4C-0D78-5B78F213EA53}"/>
          </ac:spMkLst>
        </pc:spChg>
        <pc:spChg chg="del mod">
          <ac:chgData name="NICOLA PEDROCCHI" userId="ca29c3b2-cafe-451e-bf89-a6fca760f57b" providerId="ADAL" clId="{69AC99D6-7E9E-487F-A5F3-213A81558BF6}" dt="2026-03-18T13:51:28.670" v="98" actId="478"/>
          <ac:spMkLst>
            <pc:docMk/>
            <pc:sldMk cId="3791230169" sldId="781"/>
            <ac:spMk id="6" creationId="{411F13E1-0615-5734-BD77-3AB35AA70A8E}"/>
          </ac:spMkLst>
        </pc:spChg>
      </pc:sldChg>
      <pc:sldChg chg="delSp add del mod">
        <pc:chgData name="NICOLA PEDROCCHI" userId="ca29c3b2-cafe-451e-bf89-a6fca760f57b" providerId="ADAL" clId="{69AC99D6-7E9E-487F-A5F3-213A81558BF6}" dt="2026-03-18T17:04:34.915" v="1525" actId="478"/>
        <pc:sldMkLst>
          <pc:docMk/>
          <pc:sldMk cId="3080423141" sldId="782"/>
        </pc:sldMkLst>
        <pc:picChg chg="del">
          <ac:chgData name="NICOLA PEDROCCHI" userId="ca29c3b2-cafe-451e-bf89-a6fca760f57b" providerId="ADAL" clId="{69AC99D6-7E9E-487F-A5F3-213A81558BF6}" dt="2026-03-18T17:04:34.915" v="1525" actId="478"/>
          <ac:picMkLst>
            <pc:docMk/>
            <pc:sldMk cId="3080423141" sldId="782"/>
            <ac:picMk id="3" creationId="{9C3A15D0-4D39-0243-A4BA-AEDBE82A98FA}"/>
          </ac:picMkLst>
        </pc:picChg>
      </pc:sldChg>
      <pc:sldChg chg="delSp add del mod">
        <pc:chgData name="NICOLA PEDROCCHI" userId="ca29c3b2-cafe-451e-bf89-a6fca760f57b" providerId="ADAL" clId="{69AC99D6-7E9E-487F-A5F3-213A81558BF6}" dt="2026-03-18T17:04:38.683" v="1526" actId="478"/>
        <pc:sldMkLst>
          <pc:docMk/>
          <pc:sldMk cId="278617975" sldId="783"/>
        </pc:sldMkLst>
        <pc:picChg chg="del">
          <ac:chgData name="NICOLA PEDROCCHI" userId="ca29c3b2-cafe-451e-bf89-a6fca760f57b" providerId="ADAL" clId="{69AC99D6-7E9E-487F-A5F3-213A81558BF6}" dt="2026-03-18T17:04:38.683" v="1526" actId="478"/>
          <ac:picMkLst>
            <pc:docMk/>
            <pc:sldMk cId="278617975" sldId="783"/>
            <ac:picMk id="3" creationId="{7C6AA413-BEFB-F034-FBEC-CC2DF99DFF32}"/>
          </ac:picMkLst>
        </pc:picChg>
      </pc:sldChg>
      <pc:sldChg chg="delSp add del mod">
        <pc:chgData name="NICOLA PEDROCCHI" userId="ca29c3b2-cafe-451e-bf89-a6fca760f57b" providerId="ADAL" clId="{69AC99D6-7E9E-487F-A5F3-213A81558BF6}" dt="2026-03-18T17:04:41.725" v="1527" actId="478"/>
        <pc:sldMkLst>
          <pc:docMk/>
          <pc:sldMk cId="1041757339" sldId="784"/>
        </pc:sldMkLst>
        <pc:picChg chg="del">
          <ac:chgData name="NICOLA PEDROCCHI" userId="ca29c3b2-cafe-451e-bf89-a6fca760f57b" providerId="ADAL" clId="{69AC99D6-7E9E-487F-A5F3-213A81558BF6}" dt="2026-03-18T17:04:41.725" v="1527" actId="478"/>
          <ac:picMkLst>
            <pc:docMk/>
            <pc:sldMk cId="1041757339" sldId="784"/>
            <ac:picMk id="3" creationId="{828AFE9F-7B1A-27F3-5C37-0C9BF59B08A4}"/>
          </ac:picMkLst>
        </pc:picChg>
      </pc:sldChg>
      <pc:sldChg chg="delSp add del mod">
        <pc:chgData name="NICOLA PEDROCCHI" userId="ca29c3b2-cafe-451e-bf89-a6fca760f57b" providerId="ADAL" clId="{69AC99D6-7E9E-487F-A5F3-213A81558BF6}" dt="2026-03-18T17:04:44.387" v="1528" actId="478"/>
        <pc:sldMkLst>
          <pc:docMk/>
          <pc:sldMk cId="3182814661" sldId="785"/>
        </pc:sldMkLst>
        <pc:picChg chg="del">
          <ac:chgData name="NICOLA PEDROCCHI" userId="ca29c3b2-cafe-451e-bf89-a6fca760f57b" providerId="ADAL" clId="{69AC99D6-7E9E-487F-A5F3-213A81558BF6}" dt="2026-03-18T17:04:44.387" v="1528" actId="478"/>
          <ac:picMkLst>
            <pc:docMk/>
            <pc:sldMk cId="3182814661" sldId="785"/>
            <ac:picMk id="3" creationId="{1DB5A02A-6B42-CB0D-3954-E74AB5B58CEF}"/>
          </ac:picMkLst>
        </pc:picChg>
      </pc:sldChg>
      <pc:sldChg chg="delSp modSp mod">
        <pc:chgData name="NICOLA PEDROCCHI" userId="ca29c3b2-cafe-451e-bf89-a6fca760f57b" providerId="ADAL" clId="{69AC99D6-7E9E-487F-A5F3-213A81558BF6}" dt="2026-03-18T17:04:56.877" v="1530" actId="6549"/>
        <pc:sldMkLst>
          <pc:docMk/>
          <pc:sldMk cId="3902732321" sldId="786"/>
        </pc:sldMkLst>
        <pc:spChg chg="mod">
          <ac:chgData name="NICOLA PEDROCCHI" userId="ca29c3b2-cafe-451e-bf89-a6fca760f57b" providerId="ADAL" clId="{69AC99D6-7E9E-487F-A5F3-213A81558BF6}" dt="2026-03-18T17:04:56.877" v="1530" actId="6549"/>
          <ac:spMkLst>
            <pc:docMk/>
            <pc:sldMk cId="3902732321" sldId="786"/>
            <ac:spMk id="5" creationId="{AEECE682-2573-4A53-D5D1-60FDBFE9D33F}"/>
          </ac:spMkLst>
        </pc:spChg>
        <pc:picChg chg="del">
          <ac:chgData name="NICOLA PEDROCCHI" userId="ca29c3b2-cafe-451e-bf89-a6fca760f57b" providerId="ADAL" clId="{69AC99D6-7E9E-487F-A5F3-213A81558BF6}" dt="2026-03-18T17:04:47.858" v="1529" actId="478"/>
          <ac:picMkLst>
            <pc:docMk/>
            <pc:sldMk cId="3902732321" sldId="786"/>
            <ac:picMk id="3" creationId="{8B98F4AF-80DC-70FF-A14A-D8949A4B2EC1}"/>
          </ac:picMkLst>
        </pc:picChg>
      </pc:sldChg>
      <pc:sldChg chg="delSp add del mod">
        <pc:chgData name="NICOLA PEDROCCHI" userId="ca29c3b2-cafe-451e-bf89-a6fca760f57b" providerId="ADAL" clId="{69AC99D6-7E9E-487F-A5F3-213A81558BF6}" dt="2026-03-18T17:04:32.235" v="1524" actId="478"/>
        <pc:sldMkLst>
          <pc:docMk/>
          <pc:sldMk cId="3710890068" sldId="787"/>
        </pc:sldMkLst>
        <pc:picChg chg="del">
          <ac:chgData name="NICOLA PEDROCCHI" userId="ca29c3b2-cafe-451e-bf89-a6fca760f57b" providerId="ADAL" clId="{69AC99D6-7E9E-487F-A5F3-213A81558BF6}" dt="2026-03-18T17:04:32.235" v="1524" actId="478"/>
          <ac:picMkLst>
            <pc:docMk/>
            <pc:sldMk cId="3710890068" sldId="787"/>
            <ac:picMk id="3" creationId="{F57460CC-3345-FDB3-E817-3F6308C49A00}"/>
          </ac:picMkLst>
        </pc:picChg>
      </pc:sldChg>
      <pc:sldChg chg="addSp delSp modSp new del mod">
        <pc:chgData name="NICOLA PEDROCCHI" userId="ca29c3b2-cafe-451e-bf89-a6fca760f57b" providerId="ADAL" clId="{69AC99D6-7E9E-487F-A5F3-213A81558BF6}" dt="2026-03-18T14:06:04.599" v="354" actId="47"/>
        <pc:sldMkLst>
          <pc:docMk/>
          <pc:sldMk cId="3280970833" sldId="788"/>
        </pc:sldMkLst>
        <pc:picChg chg="add del mod">
          <ac:chgData name="NICOLA PEDROCCHI" userId="ca29c3b2-cafe-451e-bf89-a6fca760f57b" providerId="ADAL" clId="{69AC99D6-7E9E-487F-A5F3-213A81558BF6}" dt="2026-03-18T13:56:53.278" v="177" actId="21"/>
          <ac:picMkLst>
            <pc:docMk/>
            <pc:sldMk cId="3280970833" sldId="788"/>
            <ac:picMk id="2" creationId="{55E7BBBD-ACB1-97AB-F7B9-23BDC564CABA}"/>
          </ac:picMkLst>
        </pc:picChg>
      </pc:sldChg>
      <pc:sldChg chg="addSp delSp modSp new mod modClrScheme chgLayout">
        <pc:chgData name="NICOLA PEDROCCHI" userId="ca29c3b2-cafe-451e-bf89-a6fca760f57b" providerId="ADAL" clId="{69AC99D6-7E9E-487F-A5F3-213A81558BF6}" dt="2026-03-18T13:59:58.626" v="349" actId="3064"/>
        <pc:sldMkLst>
          <pc:docMk/>
          <pc:sldMk cId="1617987858" sldId="789"/>
        </pc:sldMkLst>
        <pc:spChg chg="add del mod ord">
          <ac:chgData name="NICOLA PEDROCCHI" userId="ca29c3b2-cafe-451e-bf89-a6fca760f57b" providerId="ADAL" clId="{69AC99D6-7E9E-487F-A5F3-213A81558BF6}" dt="2026-03-18T13:57:05.875" v="179" actId="700"/>
          <ac:spMkLst>
            <pc:docMk/>
            <pc:sldMk cId="1617987858" sldId="789"/>
            <ac:spMk id="2" creationId="{69171B27-09E0-515D-10FC-F05C5FF6AF58}"/>
          </ac:spMkLst>
        </pc:spChg>
        <pc:spChg chg="add del mod ord">
          <ac:chgData name="NICOLA PEDROCCHI" userId="ca29c3b2-cafe-451e-bf89-a6fca760f57b" providerId="ADAL" clId="{69AC99D6-7E9E-487F-A5F3-213A81558BF6}" dt="2026-03-18T13:57:05.875" v="179" actId="700"/>
          <ac:spMkLst>
            <pc:docMk/>
            <pc:sldMk cId="1617987858" sldId="789"/>
            <ac:spMk id="3" creationId="{25BA7570-8109-04E6-43C8-E9FF86104226}"/>
          </ac:spMkLst>
        </pc:spChg>
        <pc:spChg chg="add del mod ord">
          <ac:chgData name="NICOLA PEDROCCHI" userId="ca29c3b2-cafe-451e-bf89-a6fca760f57b" providerId="ADAL" clId="{69AC99D6-7E9E-487F-A5F3-213A81558BF6}" dt="2026-03-18T13:56:53.734" v="178" actId="700"/>
          <ac:spMkLst>
            <pc:docMk/>
            <pc:sldMk cId="1617987858" sldId="789"/>
            <ac:spMk id="4" creationId="{4B3252FA-6E3B-146E-6969-BF62AB18047C}"/>
          </ac:spMkLst>
        </pc:spChg>
        <pc:spChg chg="add del mod ord">
          <ac:chgData name="NICOLA PEDROCCHI" userId="ca29c3b2-cafe-451e-bf89-a6fca760f57b" providerId="ADAL" clId="{69AC99D6-7E9E-487F-A5F3-213A81558BF6}" dt="2026-03-18T13:56:53.734" v="178" actId="700"/>
          <ac:spMkLst>
            <pc:docMk/>
            <pc:sldMk cId="1617987858" sldId="789"/>
            <ac:spMk id="5" creationId="{8D1C420E-6485-8D87-7299-249F50BAB104}"/>
          </ac:spMkLst>
        </pc:spChg>
        <pc:spChg chg="add del mod ord">
          <ac:chgData name="NICOLA PEDROCCHI" userId="ca29c3b2-cafe-451e-bf89-a6fca760f57b" providerId="ADAL" clId="{69AC99D6-7E9E-487F-A5F3-213A81558BF6}" dt="2026-03-18T13:56:53.734" v="178" actId="700"/>
          <ac:spMkLst>
            <pc:docMk/>
            <pc:sldMk cId="1617987858" sldId="789"/>
            <ac:spMk id="6" creationId="{0DBE9B45-0587-D050-9F83-868E7D386BEB}"/>
          </ac:spMkLst>
        </pc:spChg>
        <pc:spChg chg="add del mod ord">
          <ac:chgData name="NICOLA PEDROCCHI" userId="ca29c3b2-cafe-451e-bf89-a6fca760f57b" providerId="ADAL" clId="{69AC99D6-7E9E-487F-A5F3-213A81558BF6}" dt="2026-03-18T13:57:58.237" v="188" actId="700"/>
          <ac:spMkLst>
            <pc:docMk/>
            <pc:sldMk cId="1617987858" sldId="789"/>
            <ac:spMk id="8" creationId="{C757FFF5-DD87-B1AA-B545-7ECC15E28164}"/>
          </ac:spMkLst>
        </pc:spChg>
        <pc:spChg chg="add del mod ord">
          <ac:chgData name="NICOLA PEDROCCHI" userId="ca29c3b2-cafe-451e-bf89-a6fca760f57b" providerId="ADAL" clId="{69AC99D6-7E9E-487F-A5F3-213A81558BF6}" dt="2026-03-18T13:57:58.237" v="188" actId="700"/>
          <ac:spMkLst>
            <pc:docMk/>
            <pc:sldMk cId="1617987858" sldId="789"/>
            <ac:spMk id="9" creationId="{B95596B4-17B7-9A15-D2D1-0375CF54EFFE}"/>
          </ac:spMkLst>
        </pc:spChg>
        <pc:spChg chg="add del mod ord">
          <ac:chgData name="NICOLA PEDROCCHI" userId="ca29c3b2-cafe-451e-bf89-a6fca760f57b" providerId="ADAL" clId="{69AC99D6-7E9E-487F-A5F3-213A81558BF6}" dt="2026-03-18T13:57:58.237" v="188" actId="700"/>
          <ac:spMkLst>
            <pc:docMk/>
            <pc:sldMk cId="1617987858" sldId="789"/>
            <ac:spMk id="10" creationId="{BB23A6D9-F1FA-873B-12C7-3179D2EEE6AD}"/>
          </ac:spMkLst>
        </pc:spChg>
        <pc:spChg chg="add mod ord">
          <ac:chgData name="NICOLA PEDROCCHI" userId="ca29c3b2-cafe-451e-bf89-a6fca760f57b" providerId="ADAL" clId="{69AC99D6-7E9E-487F-A5F3-213A81558BF6}" dt="2026-03-18T13:59:58.626" v="349" actId="3064"/>
          <ac:spMkLst>
            <pc:docMk/>
            <pc:sldMk cId="1617987858" sldId="789"/>
            <ac:spMk id="11" creationId="{DA2EA933-7274-BF84-F58F-D2EAD567C9AD}"/>
          </ac:spMkLst>
        </pc:spChg>
        <pc:spChg chg="add del mod ord">
          <ac:chgData name="NICOLA PEDROCCHI" userId="ca29c3b2-cafe-451e-bf89-a6fca760f57b" providerId="ADAL" clId="{69AC99D6-7E9E-487F-A5F3-213A81558BF6}" dt="2026-03-18T13:58:03.515" v="189"/>
          <ac:spMkLst>
            <pc:docMk/>
            <pc:sldMk cId="1617987858" sldId="789"/>
            <ac:spMk id="12" creationId="{C34C9754-99BA-2F7F-4356-49DBD16F08B6}"/>
          </ac:spMkLst>
        </pc:spChg>
        <pc:spChg chg="add mod ord">
          <ac:chgData name="NICOLA PEDROCCHI" userId="ca29c3b2-cafe-451e-bf89-a6fca760f57b" providerId="ADAL" clId="{69AC99D6-7E9E-487F-A5F3-213A81558BF6}" dt="2026-03-18T13:59:18.983" v="348" actId="113"/>
          <ac:spMkLst>
            <pc:docMk/>
            <pc:sldMk cId="1617987858" sldId="789"/>
            <ac:spMk id="13" creationId="{5472CCEA-DFAA-FBE8-3795-48146708AE4D}"/>
          </ac:spMkLst>
        </pc:spChg>
        <pc:picChg chg="add mod">
          <ac:chgData name="NICOLA PEDROCCHI" userId="ca29c3b2-cafe-451e-bf89-a6fca760f57b" providerId="ADAL" clId="{69AC99D6-7E9E-487F-A5F3-213A81558BF6}" dt="2026-03-18T13:56:48.578" v="176"/>
          <ac:picMkLst>
            <pc:docMk/>
            <pc:sldMk cId="1617987858" sldId="789"/>
            <ac:picMk id="7" creationId="{55E7BBBD-ACB1-97AB-F7B9-23BDC564CABA}"/>
          </ac:picMkLst>
        </pc:picChg>
        <pc:picChg chg="add mod">
          <ac:chgData name="NICOLA PEDROCCHI" userId="ca29c3b2-cafe-451e-bf89-a6fca760f57b" providerId="ADAL" clId="{69AC99D6-7E9E-487F-A5F3-213A81558BF6}" dt="2026-03-18T13:58:03.515" v="189"/>
          <ac:picMkLst>
            <pc:docMk/>
            <pc:sldMk cId="1617987858" sldId="789"/>
            <ac:picMk id="14" creationId="{7FCA1585-8365-A18C-E736-A68FC0DC7D07}"/>
          </ac:picMkLst>
        </pc:picChg>
      </pc:sldChg>
      <pc:sldChg chg="addSp delSp modSp add mod modClrScheme chgLayout">
        <pc:chgData name="NICOLA PEDROCCHI" userId="ca29c3b2-cafe-451e-bf89-a6fca760f57b" providerId="ADAL" clId="{69AC99D6-7E9E-487F-A5F3-213A81558BF6}" dt="2026-03-18T14:00:22.370" v="353"/>
        <pc:sldMkLst>
          <pc:docMk/>
          <pc:sldMk cId="192664506" sldId="790"/>
        </pc:sldMkLst>
        <pc:spChg chg="add del mod">
          <ac:chgData name="NICOLA PEDROCCHI" userId="ca29c3b2-cafe-451e-bf89-a6fca760f57b" providerId="ADAL" clId="{69AC99D6-7E9E-487F-A5F3-213A81558BF6}" dt="2026-03-18T14:00:22.370" v="353"/>
          <ac:spMkLst>
            <pc:docMk/>
            <pc:sldMk cId="192664506" sldId="790"/>
            <ac:spMk id="3" creationId="{1AF7C57A-CF22-DACB-8D7D-1E0E5C0C6B49}"/>
          </ac:spMkLst>
        </pc:spChg>
        <pc:spChg chg="mod ord">
          <ac:chgData name="NICOLA PEDROCCHI" userId="ca29c3b2-cafe-451e-bf89-a6fca760f57b" providerId="ADAL" clId="{69AC99D6-7E9E-487F-A5F3-213A81558BF6}" dt="2026-03-18T14:00:16.862" v="351" actId="700"/>
          <ac:spMkLst>
            <pc:docMk/>
            <pc:sldMk cId="192664506" sldId="790"/>
            <ac:spMk id="11" creationId="{036D2DD3-8348-A668-A0E6-078BF0D19F8C}"/>
          </ac:spMkLst>
        </pc:spChg>
        <pc:spChg chg="mod ord">
          <ac:chgData name="NICOLA PEDROCCHI" userId="ca29c3b2-cafe-451e-bf89-a6fca760f57b" providerId="ADAL" clId="{69AC99D6-7E9E-487F-A5F3-213A81558BF6}" dt="2026-03-18T14:00:16.862" v="351" actId="700"/>
          <ac:spMkLst>
            <pc:docMk/>
            <pc:sldMk cId="192664506" sldId="790"/>
            <ac:spMk id="13" creationId="{9EA17D22-40CC-71E5-A973-1504C904A71C}"/>
          </ac:spMkLst>
        </pc:spChg>
        <pc:picChg chg="add mod">
          <ac:chgData name="NICOLA PEDROCCHI" userId="ca29c3b2-cafe-451e-bf89-a6fca760f57b" providerId="ADAL" clId="{69AC99D6-7E9E-487F-A5F3-213A81558BF6}" dt="2026-03-18T14:00:22.370" v="353"/>
          <ac:picMkLst>
            <pc:docMk/>
            <pc:sldMk cId="192664506" sldId="790"/>
            <ac:picMk id="4" creationId="{D2C50AB5-7557-2ACE-DE06-D3D9023C125C}"/>
          </ac:picMkLst>
        </pc:picChg>
        <pc:picChg chg="del mod ord">
          <ac:chgData name="NICOLA PEDROCCHI" userId="ca29c3b2-cafe-451e-bf89-a6fca760f57b" providerId="ADAL" clId="{69AC99D6-7E9E-487F-A5F3-213A81558BF6}" dt="2026-03-18T14:00:19.395" v="352" actId="478"/>
          <ac:picMkLst>
            <pc:docMk/>
            <pc:sldMk cId="192664506" sldId="790"/>
            <ac:picMk id="14" creationId="{EC8C4CE8-13EB-B8DB-2453-28FCAF0DE784}"/>
          </ac:picMkLst>
        </pc:picChg>
      </pc:sldChg>
      <pc:sldChg chg="addSp delSp modSp new mod modClrScheme chgLayout">
        <pc:chgData name="NICOLA PEDROCCHI" userId="ca29c3b2-cafe-451e-bf89-a6fca760f57b" providerId="ADAL" clId="{69AC99D6-7E9E-487F-A5F3-213A81558BF6}" dt="2026-03-18T14:13:20.307" v="588" actId="20577"/>
        <pc:sldMkLst>
          <pc:docMk/>
          <pc:sldMk cId="1222589320" sldId="791"/>
        </pc:sldMkLst>
        <pc:spChg chg="mod ord">
          <ac:chgData name="NICOLA PEDROCCHI" userId="ca29c3b2-cafe-451e-bf89-a6fca760f57b" providerId="ADAL" clId="{69AC99D6-7E9E-487F-A5F3-213A81558BF6}" dt="2026-03-18T14:11:11.551" v="381" actId="700"/>
          <ac:spMkLst>
            <pc:docMk/>
            <pc:sldMk cId="1222589320" sldId="791"/>
            <ac:spMk id="2" creationId="{E6A30B55-86C2-CABD-F078-D2BBE14C2D99}"/>
          </ac:spMkLst>
        </pc:spChg>
        <pc:spChg chg="del">
          <ac:chgData name="NICOLA PEDROCCHI" userId="ca29c3b2-cafe-451e-bf89-a6fca760f57b" providerId="ADAL" clId="{69AC99D6-7E9E-487F-A5F3-213A81558BF6}" dt="2026-03-18T14:10:09.317" v="362"/>
          <ac:spMkLst>
            <pc:docMk/>
            <pc:sldMk cId="1222589320" sldId="791"/>
            <ac:spMk id="3" creationId="{615D5B52-105E-AA19-1F01-66A376DDD7CA}"/>
          </ac:spMkLst>
        </pc:spChg>
        <pc:spChg chg="del">
          <ac:chgData name="NICOLA PEDROCCHI" userId="ca29c3b2-cafe-451e-bf89-a6fca760f57b" providerId="ADAL" clId="{69AC99D6-7E9E-487F-A5F3-213A81558BF6}" dt="2026-03-18T14:11:11.551" v="381" actId="700"/>
          <ac:spMkLst>
            <pc:docMk/>
            <pc:sldMk cId="1222589320" sldId="791"/>
            <ac:spMk id="4" creationId="{B77B97A0-3ED2-8E8C-C71C-B2F1AF7349AD}"/>
          </ac:spMkLst>
        </pc:spChg>
        <pc:spChg chg="add mod">
          <ac:chgData name="NICOLA PEDROCCHI" userId="ca29c3b2-cafe-451e-bf89-a6fca760f57b" providerId="ADAL" clId="{69AC99D6-7E9E-487F-A5F3-213A81558BF6}" dt="2026-03-18T14:13:20.307" v="588" actId="20577"/>
          <ac:spMkLst>
            <pc:docMk/>
            <pc:sldMk cId="1222589320" sldId="791"/>
            <ac:spMk id="7" creationId="{4E4D91A5-DDB8-2C81-8FB0-2B62D5E63392}"/>
          </ac:spMkLst>
        </pc:spChg>
        <pc:picChg chg="add del mod ord">
          <ac:chgData name="NICOLA PEDROCCHI" userId="ca29c3b2-cafe-451e-bf89-a6fca760f57b" providerId="ADAL" clId="{69AC99D6-7E9E-487F-A5F3-213A81558BF6}" dt="2026-03-18T14:11:14.378" v="382" actId="478"/>
          <ac:picMkLst>
            <pc:docMk/>
            <pc:sldMk cId="1222589320" sldId="791"/>
            <ac:picMk id="5" creationId="{C955F57B-C05B-0F4D-D4E7-70A1F441FAD6}"/>
          </ac:picMkLst>
        </pc:picChg>
        <pc:picChg chg="add mod">
          <ac:chgData name="NICOLA PEDROCCHI" userId="ca29c3b2-cafe-451e-bf89-a6fca760f57b" providerId="ADAL" clId="{69AC99D6-7E9E-487F-A5F3-213A81558BF6}" dt="2026-03-18T14:11:28.315" v="385" actId="1076"/>
          <ac:picMkLst>
            <pc:docMk/>
            <pc:sldMk cId="1222589320" sldId="791"/>
            <ac:picMk id="6" creationId="{2C710879-7AC9-4E8A-B246-F8571DCF300D}"/>
          </ac:picMkLst>
        </pc:picChg>
      </pc:sldChg>
      <pc:sldChg chg="modSp new mod">
        <pc:chgData name="NICOLA PEDROCCHI" userId="ca29c3b2-cafe-451e-bf89-a6fca760f57b" providerId="ADAL" clId="{69AC99D6-7E9E-487F-A5F3-213A81558BF6}" dt="2026-03-18T14:26:33.178" v="606" actId="20577"/>
        <pc:sldMkLst>
          <pc:docMk/>
          <pc:sldMk cId="3938317901" sldId="792"/>
        </pc:sldMkLst>
        <pc:spChg chg="mod">
          <ac:chgData name="NICOLA PEDROCCHI" userId="ca29c3b2-cafe-451e-bf89-a6fca760f57b" providerId="ADAL" clId="{69AC99D6-7E9E-487F-A5F3-213A81558BF6}" dt="2026-03-18T14:26:28.265" v="602" actId="20577"/>
          <ac:spMkLst>
            <pc:docMk/>
            <pc:sldMk cId="3938317901" sldId="792"/>
            <ac:spMk id="2" creationId="{545C08F1-073B-E9F8-2B53-BB3CA38EA7B2}"/>
          </ac:spMkLst>
        </pc:spChg>
        <pc:spChg chg="mod">
          <ac:chgData name="NICOLA PEDROCCHI" userId="ca29c3b2-cafe-451e-bf89-a6fca760f57b" providerId="ADAL" clId="{69AC99D6-7E9E-487F-A5F3-213A81558BF6}" dt="2026-03-18T14:26:33.178" v="606" actId="20577"/>
          <ac:spMkLst>
            <pc:docMk/>
            <pc:sldMk cId="3938317901" sldId="792"/>
            <ac:spMk id="3" creationId="{BCE692F5-F588-12C0-1664-12523D7C0DBF}"/>
          </ac:spMkLst>
        </pc:spChg>
      </pc:sldChg>
      <pc:sldChg chg="addSp delSp modSp new mod">
        <pc:chgData name="NICOLA PEDROCCHI" userId="ca29c3b2-cafe-451e-bf89-a6fca760f57b" providerId="ADAL" clId="{69AC99D6-7E9E-487F-A5F3-213A81558BF6}" dt="2026-03-18T14:59:10.308" v="1022"/>
        <pc:sldMkLst>
          <pc:docMk/>
          <pc:sldMk cId="2730599131" sldId="793"/>
        </pc:sldMkLst>
        <pc:spChg chg="mod">
          <ac:chgData name="NICOLA PEDROCCHI" userId="ca29c3b2-cafe-451e-bf89-a6fca760f57b" providerId="ADAL" clId="{69AC99D6-7E9E-487F-A5F3-213A81558BF6}" dt="2026-03-18T14:50:38.969" v="1018" actId="20577"/>
          <ac:spMkLst>
            <pc:docMk/>
            <pc:sldMk cId="2730599131" sldId="793"/>
            <ac:spMk id="2" creationId="{4364817B-DB0C-0049-C097-9D6909E06D18}"/>
          </ac:spMkLst>
        </pc:spChg>
        <pc:spChg chg="add del mod">
          <ac:chgData name="NICOLA PEDROCCHI" userId="ca29c3b2-cafe-451e-bf89-a6fca760f57b" providerId="ADAL" clId="{69AC99D6-7E9E-487F-A5F3-213A81558BF6}" dt="2026-03-18T14:59:10.308" v="1022"/>
          <ac:spMkLst>
            <pc:docMk/>
            <pc:sldMk cId="2730599131" sldId="793"/>
            <ac:spMk id="3" creationId="{09BA4B51-05FF-F990-C669-B02E54F2231D}"/>
          </ac:spMkLst>
        </pc:spChg>
        <pc:spChg chg="mod">
          <ac:chgData name="NICOLA PEDROCCHI" userId="ca29c3b2-cafe-451e-bf89-a6fca760f57b" providerId="ADAL" clId="{69AC99D6-7E9E-487F-A5F3-213A81558BF6}" dt="2026-03-18T14:33:18.324" v="954" actId="20577"/>
          <ac:spMkLst>
            <pc:docMk/>
            <pc:sldMk cId="2730599131" sldId="793"/>
            <ac:spMk id="4" creationId="{2AE8136C-3986-29E7-D3A6-FAAE5BBB9853}"/>
          </ac:spMkLst>
        </pc:spChg>
        <pc:picChg chg="add mod">
          <ac:chgData name="NICOLA PEDROCCHI" userId="ca29c3b2-cafe-451e-bf89-a6fca760f57b" providerId="ADAL" clId="{69AC99D6-7E9E-487F-A5F3-213A81558BF6}" dt="2026-03-18T14:59:04.732" v="1020"/>
          <ac:picMkLst>
            <pc:docMk/>
            <pc:sldMk cId="2730599131" sldId="793"/>
            <ac:picMk id="1026" creationId="{4D1AB706-530A-D670-CC98-91E3619A33FE}"/>
          </ac:picMkLst>
        </pc:picChg>
        <pc:picChg chg="add mod">
          <ac:chgData name="NICOLA PEDROCCHI" userId="ca29c3b2-cafe-451e-bf89-a6fca760f57b" providerId="ADAL" clId="{69AC99D6-7E9E-487F-A5F3-213A81558BF6}" dt="2026-03-18T14:59:10.308" v="1022"/>
          <ac:picMkLst>
            <pc:docMk/>
            <pc:sldMk cId="2730599131" sldId="793"/>
            <ac:picMk id="1028" creationId="{34BB89EA-4D7E-FA35-C328-952CCF81A1FA}"/>
          </ac:picMkLst>
        </pc:picChg>
      </pc:sldChg>
      <pc:sldChg chg="addSp delSp modSp new mod modClrScheme chgLayout">
        <pc:chgData name="NICOLA PEDROCCHI" userId="ca29c3b2-cafe-451e-bf89-a6fca760f57b" providerId="ADAL" clId="{69AC99D6-7E9E-487F-A5F3-213A81558BF6}" dt="2026-03-18T14:59:32.060" v="1023" actId="13926"/>
        <pc:sldMkLst>
          <pc:docMk/>
          <pc:sldMk cId="145528970" sldId="794"/>
        </pc:sldMkLst>
        <pc:spChg chg="del mod ord">
          <ac:chgData name="NICOLA PEDROCCHI" userId="ca29c3b2-cafe-451e-bf89-a6fca760f57b" providerId="ADAL" clId="{69AC99D6-7E9E-487F-A5F3-213A81558BF6}" dt="2026-03-18T14:43:51.013" v="956" actId="700"/>
          <ac:spMkLst>
            <pc:docMk/>
            <pc:sldMk cId="145528970" sldId="794"/>
            <ac:spMk id="2" creationId="{2DE8AC3D-79F4-5224-9DB2-DEDC40784183}"/>
          </ac:spMkLst>
        </pc:spChg>
        <pc:spChg chg="del mod ord">
          <ac:chgData name="NICOLA PEDROCCHI" userId="ca29c3b2-cafe-451e-bf89-a6fca760f57b" providerId="ADAL" clId="{69AC99D6-7E9E-487F-A5F3-213A81558BF6}" dt="2026-03-18T14:43:51.013" v="956" actId="700"/>
          <ac:spMkLst>
            <pc:docMk/>
            <pc:sldMk cId="145528970" sldId="794"/>
            <ac:spMk id="3" creationId="{5CC621C8-0E70-B37B-FDCA-66F4A55F5408}"/>
          </ac:spMkLst>
        </pc:spChg>
        <pc:spChg chg="del">
          <ac:chgData name="NICOLA PEDROCCHI" userId="ca29c3b2-cafe-451e-bf89-a6fca760f57b" providerId="ADAL" clId="{69AC99D6-7E9E-487F-A5F3-213A81558BF6}" dt="2026-03-18T14:43:51.013" v="956" actId="700"/>
          <ac:spMkLst>
            <pc:docMk/>
            <pc:sldMk cId="145528970" sldId="794"/>
            <ac:spMk id="4" creationId="{AF91B97F-B66C-EA8E-BEB4-BBD2FDFE8F00}"/>
          </ac:spMkLst>
        </pc:spChg>
        <pc:spChg chg="mod ord">
          <ac:chgData name="NICOLA PEDROCCHI" userId="ca29c3b2-cafe-451e-bf89-a6fca760f57b" providerId="ADAL" clId="{69AC99D6-7E9E-487F-A5F3-213A81558BF6}" dt="2026-03-18T14:43:51.013" v="956" actId="700"/>
          <ac:spMkLst>
            <pc:docMk/>
            <pc:sldMk cId="145528970" sldId="794"/>
            <ac:spMk id="5" creationId="{BEFF1538-35EB-B7A2-DDAF-F498220D9024}"/>
          </ac:spMkLst>
        </pc:spChg>
        <pc:spChg chg="mod ord">
          <ac:chgData name="NICOLA PEDROCCHI" userId="ca29c3b2-cafe-451e-bf89-a6fca760f57b" providerId="ADAL" clId="{69AC99D6-7E9E-487F-A5F3-213A81558BF6}" dt="2026-03-18T14:43:51.013" v="956" actId="700"/>
          <ac:spMkLst>
            <pc:docMk/>
            <pc:sldMk cId="145528970" sldId="794"/>
            <ac:spMk id="6" creationId="{664E6BE1-D97A-8122-CC21-F7BE9487BAB2}"/>
          </ac:spMkLst>
        </pc:spChg>
        <pc:spChg chg="mod ord">
          <ac:chgData name="NICOLA PEDROCCHI" userId="ca29c3b2-cafe-451e-bf89-a6fca760f57b" providerId="ADAL" clId="{69AC99D6-7E9E-487F-A5F3-213A81558BF6}" dt="2026-03-18T14:43:51.013" v="956" actId="700"/>
          <ac:spMkLst>
            <pc:docMk/>
            <pc:sldMk cId="145528970" sldId="794"/>
            <ac:spMk id="7" creationId="{A3EE19A6-EA6B-29FB-C421-CD3CA3811814}"/>
          </ac:spMkLst>
        </pc:spChg>
        <pc:spChg chg="add mod ord">
          <ac:chgData name="NICOLA PEDROCCHI" userId="ca29c3b2-cafe-451e-bf89-a6fca760f57b" providerId="ADAL" clId="{69AC99D6-7E9E-487F-A5F3-213A81558BF6}" dt="2026-03-18T14:44:46.025" v="976" actId="20577"/>
          <ac:spMkLst>
            <pc:docMk/>
            <pc:sldMk cId="145528970" sldId="794"/>
            <ac:spMk id="8" creationId="{77B6EAE2-1164-279E-935A-0EB40A3111E9}"/>
          </ac:spMkLst>
        </pc:spChg>
        <pc:spChg chg="add del mod ord">
          <ac:chgData name="NICOLA PEDROCCHI" userId="ca29c3b2-cafe-451e-bf89-a6fca760f57b" providerId="ADAL" clId="{69AC99D6-7E9E-487F-A5F3-213A81558BF6}" dt="2026-03-18T14:43:57.547" v="957" actId="478"/>
          <ac:spMkLst>
            <pc:docMk/>
            <pc:sldMk cId="145528970" sldId="794"/>
            <ac:spMk id="9" creationId="{16983C50-AC38-2FB0-BE52-33AE47552D0E}"/>
          </ac:spMkLst>
        </pc:spChg>
        <pc:spChg chg="add mod">
          <ac:chgData name="NICOLA PEDROCCHI" userId="ca29c3b2-cafe-451e-bf89-a6fca760f57b" providerId="ADAL" clId="{69AC99D6-7E9E-487F-A5F3-213A81558BF6}" dt="2026-03-18T14:59:32.060" v="1023" actId="13926"/>
          <ac:spMkLst>
            <pc:docMk/>
            <pc:sldMk cId="145528970" sldId="794"/>
            <ac:spMk id="12" creationId="{0A7D2349-C7B9-4EC2-BADC-510D2D53B9C0}"/>
          </ac:spMkLst>
        </pc:spChg>
        <pc:spChg chg="add del">
          <ac:chgData name="NICOLA PEDROCCHI" userId="ca29c3b2-cafe-451e-bf89-a6fca760f57b" providerId="ADAL" clId="{69AC99D6-7E9E-487F-A5F3-213A81558BF6}" dt="2026-03-18T14:45:55.448" v="1003" actId="478"/>
          <ac:spMkLst>
            <pc:docMk/>
            <pc:sldMk cId="145528970" sldId="794"/>
            <ac:spMk id="13" creationId="{6745926A-E7A7-F80A-4D3E-A39274B7818D}"/>
          </ac:spMkLst>
        </pc:spChg>
        <pc:picChg chg="add mod">
          <ac:chgData name="NICOLA PEDROCCHI" userId="ca29c3b2-cafe-451e-bf89-a6fca760f57b" providerId="ADAL" clId="{69AC99D6-7E9E-487F-A5F3-213A81558BF6}" dt="2026-03-18T14:44:36.036" v="959" actId="1076"/>
          <ac:picMkLst>
            <pc:docMk/>
            <pc:sldMk cId="145528970" sldId="794"/>
            <ac:picMk id="11" creationId="{C38E45DE-A621-81A8-70A3-B63F84660D43}"/>
          </ac:picMkLst>
        </pc:picChg>
      </pc:sldChg>
      <pc:sldChg chg="new del">
        <pc:chgData name="NICOLA PEDROCCHI" userId="ca29c3b2-cafe-451e-bf89-a6fca760f57b" providerId="ADAL" clId="{69AC99D6-7E9E-487F-A5F3-213A81558BF6}" dt="2026-03-18T17:01:32.361" v="1516" actId="47"/>
        <pc:sldMkLst>
          <pc:docMk/>
          <pc:sldMk cId="657700311" sldId="795"/>
        </pc:sldMkLst>
      </pc:sldChg>
      <pc:sldChg chg="modSp add mod">
        <pc:chgData name="NICOLA PEDROCCHI" userId="ca29c3b2-cafe-451e-bf89-a6fca760f57b" providerId="ADAL" clId="{69AC99D6-7E9E-487F-A5F3-213A81558BF6}" dt="2026-03-18T15:06:13.050" v="1028" actId="20577"/>
        <pc:sldMkLst>
          <pc:docMk/>
          <pc:sldMk cId="544871692" sldId="796"/>
        </pc:sldMkLst>
        <pc:spChg chg="mod">
          <ac:chgData name="NICOLA PEDROCCHI" userId="ca29c3b2-cafe-451e-bf89-a6fca760f57b" providerId="ADAL" clId="{69AC99D6-7E9E-487F-A5F3-213A81558BF6}" dt="2026-03-18T15:06:10.814" v="1026"/>
          <ac:spMkLst>
            <pc:docMk/>
            <pc:sldMk cId="544871692" sldId="796"/>
            <ac:spMk id="2" creationId="{04376053-BFB5-6E73-898A-7D45C46DE833}"/>
          </ac:spMkLst>
        </pc:spChg>
        <pc:spChg chg="mod">
          <ac:chgData name="NICOLA PEDROCCHI" userId="ca29c3b2-cafe-451e-bf89-a6fca760f57b" providerId="ADAL" clId="{69AC99D6-7E9E-487F-A5F3-213A81558BF6}" dt="2026-03-18T15:06:13.050" v="1028" actId="20577"/>
          <ac:spMkLst>
            <pc:docMk/>
            <pc:sldMk cId="544871692" sldId="796"/>
            <ac:spMk id="3" creationId="{16ADED82-7116-0F6C-C707-A05214E6E887}"/>
          </ac:spMkLst>
        </pc:spChg>
      </pc:sldChg>
      <pc:sldChg chg="addSp delSp modSp add mod">
        <pc:chgData name="NICOLA PEDROCCHI" userId="ca29c3b2-cafe-451e-bf89-a6fca760f57b" providerId="ADAL" clId="{69AC99D6-7E9E-487F-A5F3-213A81558BF6}" dt="2026-03-18T17:10:08.099" v="1788"/>
        <pc:sldMkLst>
          <pc:docMk/>
          <pc:sldMk cId="35409549" sldId="797"/>
        </pc:sldMkLst>
        <pc:spChg chg="mod">
          <ac:chgData name="NICOLA PEDROCCHI" userId="ca29c3b2-cafe-451e-bf89-a6fca760f57b" providerId="ADAL" clId="{69AC99D6-7E9E-487F-A5F3-213A81558BF6}" dt="2026-03-18T15:06:25.309" v="1031" actId="20577"/>
          <ac:spMkLst>
            <pc:docMk/>
            <pc:sldMk cId="35409549" sldId="797"/>
            <ac:spMk id="2" creationId="{503A0FB3-B08E-4560-AB2E-F1F7C92EF6C8}"/>
          </ac:spMkLst>
        </pc:spChg>
        <pc:spChg chg="add del mod">
          <ac:chgData name="NICOLA PEDROCCHI" userId="ca29c3b2-cafe-451e-bf89-a6fca760f57b" providerId="ADAL" clId="{69AC99D6-7E9E-487F-A5F3-213A81558BF6}" dt="2026-03-18T17:10:08.099" v="1788"/>
          <ac:spMkLst>
            <pc:docMk/>
            <pc:sldMk cId="35409549" sldId="797"/>
            <ac:spMk id="3" creationId="{A6756F7E-BF0B-AE43-4A5B-880550AC9593}"/>
          </ac:spMkLst>
        </pc:spChg>
        <pc:spChg chg="mod">
          <ac:chgData name="NICOLA PEDROCCHI" userId="ca29c3b2-cafe-451e-bf89-a6fca760f57b" providerId="ADAL" clId="{69AC99D6-7E9E-487F-A5F3-213A81558BF6}" dt="2026-03-18T16:26:06.784" v="1281" actId="20577"/>
          <ac:spMkLst>
            <pc:docMk/>
            <pc:sldMk cId="35409549" sldId="797"/>
            <ac:spMk id="4" creationId="{DFB90D7D-ABD1-C719-7AD6-7E26CC9E0F1E}"/>
          </ac:spMkLst>
        </pc:spChg>
        <pc:picChg chg="add mod">
          <ac:chgData name="NICOLA PEDROCCHI" userId="ca29c3b2-cafe-451e-bf89-a6fca760f57b" providerId="ADAL" clId="{69AC99D6-7E9E-487F-A5F3-213A81558BF6}" dt="2026-03-18T17:10:08.099" v="1788"/>
          <ac:picMkLst>
            <pc:docMk/>
            <pc:sldMk cId="35409549" sldId="797"/>
            <ac:picMk id="8" creationId="{739ADBA4-1C94-FBA1-0AE4-C45DB8059BAB}"/>
          </ac:picMkLst>
        </pc:picChg>
        <pc:picChg chg="del">
          <ac:chgData name="NICOLA PEDROCCHI" userId="ca29c3b2-cafe-451e-bf89-a6fca760f57b" providerId="ADAL" clId="{69AC99D6-7E9E-487F-A5F3-213A81558BF6}" dt="2026-03-18T15:25:19.671" v="1104" actId="478"/>
          <ac:picMkLst>
            <pc:docMk/>
            <pc:sldMk cId="35409549" sldId="797"/>
            <ac:picMk id="1028" creationId="{C17E877D-587C-AF64-D2CA-4C9B75C3D0B5}"/>
          </ac:picMkLst>
        </pc:picChg>
      </pc:sldChg>
      <pc:sldChg chg="addSp delSp modSp add mod">
        <pc:chgData name="NICOLA PEDROCCHI" userId="ca29c3b2-cafe-451e-bf89-a6fca760f57b" providerId="ADAL" clId="{69AC99D6-7E9E-487F-A5F3-213A81558BF6}" dt="2026-03-18T15:14:41.411" v="1045" actId="20577"/>
        <pc:sldMkLst>
          <pc:docMk/>
          <pc:sldMk cId="3425592139" sldId="798"/>
        </pc:sldMkLst>
        <pc:spChg chg="mod">
          <ac:chgData name="NICOLA PEDROCCHI" userId="ca29c3b2-cafe-451e-bf89-a6fca760f57b" providerId="ADAL" clId="{69AC99D6-7E9E-487F-A5F3-213A81558BF6}" dt="2026-03-18T15:14:41.411" v="1045" actId="20577"/>
          <ac:spMkLst>
            <pc:docMk/>
            <pc:sldMk cId="3425592139" sldId="798"/>
            <ac:spMk id="8" creationId="{2DDD6D3A-60DD-11A6-5029-D2782B0B702E}"/>
          </ac:spMkLst>
        </pc:spChg>
        <pc:spChg chg="mod">
          <ac:chgData name="NICOLA PEDROCCHI" userId="ca29c3b2-cafe-451e-bf89-a6fca760f57b" providerId="ADAL" clId="{69AC99D6-7E9E-487F-A5F3-213A81558BF6}" dt="2026-03-18T15:07:23.235" v="1040" actId="20577"/>
          <ac:spMkLst>
            <pc:docMk/>
            <pc:sldMk cId="3425592139" sldId="798"/>
            <ac:spMk id="12" creationId="{CC3F08D7-5C38-444F-A8EB-D993329C4BC1}"/>
          </ac:spMkLst>
        </pc:spChg>
        <pc:picChg chg="add mod">
          <ac:chgData name="NICOLA PEDROCCHI" userId="ca29c3b2-cafe-451e-bf89-a6fca760f57b" providerId="ADAL" clId="{69AC99D6-7E9E-487F-A5F3-213A81558BF6}" dt="2026-03-18T15:14:36.219" v="1043" actId="1076"/>
          <ac:picMkLst>
            <pc:docMk/>
            <pc:sldMk cId="3425592139" sldId="798"/>
            <ac:picMk id="3" creationId="{D177AC6B-0109-925B-0D45-C5F598D4CC5F}"/>
          </ac:picMkLst>
        </pc:picChg>
        <pc:picChg chg="del">
          <ac:chgData name="NICOLA PEDROCCHI" userId="ca29c3b2-cafe-451e-bf89-a6fca760f57b" providerId="ADAL" clId="{69AC99D6-7E9E-487F-A5F3-213A81558BF6}" dt="2026-03-18T15:14:30.618" v="1041" actId="478"/>
          <ac:picMkLst>
            <pc:docMk/>
            <pc:sldMk cId="3425592139" sldId="798"/>
            <ac:picMk id="11" creationId="{244BF686-D703-139E-E9C5-0AF894E9EE0E}"/>
          </ac:picMkLst>
        </pc:picChg>
      </pc:sldChg>
      <pc:sldChg chg="modSp new add del mod">
        <pc:chgData name="NICOLA PEDROCCHI" userId="ca29c3b2-cafe-451e-bf89-a6fca760f57b" providerId="ADAL" clId="{69AC99D6-7E9E-487F-A5F3-213A81558BF6}" dt="2026-03-18T15:24:08.862" v="1099" actId="20577"/>
        <pc:sldMkLst>
          <pc:docMk/>
          <pc:sldMk cId="918722854" sldId="799"/>
        </pc:sldMkLst>
        <pc:spChg chg="mod">
          <ac:chgData name="NICOLA PEDROCCHI" userId="ca29c3b2-cafe-451e-bf89-a6fca760f57b" providerId="ADAL" clId="{69AC99D6-7E9E-487F-A5F3-213A81558BF6}" dt="2026-03-18T15:24:08.862" v="1099" actId="20577"/>
          <ac:spMkLst>
            <pc:docMk/>
            <pc:sldMk cId="918722854" sldId="799"/>
            <ac:spMk id="2" creationId="{62834D95-5B03-BB82-95FF-E2459FE3E592}"/>
          </ac:spMkLst>
        </pc:spChg>
        <pc:spChg chg="mod">
          <ac:chgData name="NICOLA PEDROCCHI" userId="ca29c3b2-cafe-451e-bf89-a6fca760f57b" providerId="ADAL" clId="{69AC99D6-7E9E-487F-A5F3-213A81558BF6}" dt="2026-03-18T15:23:54.371" v="1090" actId="6549"/>
          <ac:spMkLst>
            <pc:docMk/>
            <pc:sldMk cId="918722854" sldId="799"/>
            <ac:spMk id="3" creationId="{1FD666ED-B81B-7848-F51F-B681411D2806}"/>
          </ac:spMkLst>
        </pc:spChg>
      </pc:sldChg>
      <pc:sldChg chg="modSp add mod">
        <pc:chgData name="NICOLA PEDROCCHI" userId="ca29c3b2-cafe-451e-bf89-a6fca760f57b" providerId="ADAL" clId="{69AC99D6-7E9E-487F-A5F3-213A81558BF6}" dt="2026-03-18T16:38:39.338" v="1354" actId="20577"/>
        <pc:sldMkLst>
          <pc:docMk/>
          <pc:sldMk cId="2757195504" sldId="800"/>
        </pc:sldMkLst>
        <pc:spChg chg="mod">
          <ac:chgData name="NICOLA PEDROCCHI" userId="ca29c3b2-cafe-451e-bf89-a6fca760f57b" providerId="ADAL" clId="{69AC99D6-7E9E-487F-A5F3-213A81558BF6}" dt="2026-03-18T16:37:10.852" v="1317" actId="20577"/>
          <ac:spMkLst>
            <pc:docMk/>
            <pc:sldMk cId="2757195504" sldId="800"/>
            <ac:spMk id="2" creationId="{6F45CF25-E37F-ABB5-13D1-EA1A591B7D2F}"/>
          </ac:spMkLst>
        </pc:spChg>
        <pc:spChg chg="mod">
          <ac:chgData name="NICOLA PEDROCCHI" userId="ca29c3b2-cafe-451e-bf89-a6fca760f57b" providerId="ADAL" clId="{69AC99D6-7E9E-487F-A5F3-213A81558BF6}" dt="2026-03-18T16:38:39.338" v="1354" actId="20577"/>
          <ac:spMkLst>
            <pc:docMk/>
            <pc:sldMk cId="2757195504" sldId="800"/>
            <ac:spMk id="3" creationId="{08DBCBD4-C025-6C3C-3F3D-D986D9EB5D98}"/>
          </ac:spMkLst>
        </pc:spChg>
      </pc:sldChg>
      <pc:sldChg chg="modSp add mod">
        <pc:chgData name="NICOLA PEDROCCHI" userId="ca29c3b2-cafe-451e-bf89-a6fca760f57b" providerId="ADAL" clId="{69AC99D6-7E9E-487F-A5F3-213A81558BF6}" dt="2026-03-18T16:15:26.769" v="1150" actId="20577"/>
        <pc:sldMkLst>
          <pc:docMk/>
          <pc:sldMk cId="477512637" sldId="801"/>
        </pc:sldMkLst>
        <pc:spChg chg="mod">
          <ac:chgData name="NICOLA PEDROCCHI" userId="ca29c3b2-cafe-451e-bf89-a6fca760f57b" providerId="ADAL" clId="{69AC99D6-7E9E-487F-A5F3-213A81558BF6}" dt="2026-03-18T16:15:24.534" v="1148"/>
          <ac:spMkLst>
            <pc:docMk/>
            <pc:sldMk cId="477512637" sldId="801"/>
            <ac:spMk id="2" creationId="{DC33DC8C-D9F7-2863-2CC6-43964411E5CE}"/>
          </ac:spMkLst>
        </pc:spChg>
        <pc:spChg chg="mod">
          <ac:chgData name="NICOLA PEDROCCHI" userId="ca29c3b2-cafe-451e-bf89-a6fca760f57b" providerId="ADAL" clId="{69AC99D6-7E9E-487F-A5F3-213A81558BF6}" dt="2026-03-18T16:15:26.769" v="1150" actId="20577"/>
          <ac:spMkLst>
            <pc:docMk/>
            <pc:sldMk cId="477512637" sldId="801"/>
            <ac:spMk id="3" creationId="{97090344-81A0-DFC3-B9E4-8207362A10C4}"/>
          </ac:spMkLst>
        </pc:spChg>
      </pc:sldChg>
      <pc:sldChg chg="addSp delSp modSp add mod">
        <pc:chgData name="NICOLA PEDROCCHI" userId="ca29c3b2-cafe-451e-bf89-a6fca760f57b" providerId="ADAL" clId="{69AC99D6-7E9E-487F-A5F3-213A81558BF6}" dt="2026-03-18T16:36:56.166" v="1313"/>
        <pc:sldMkLst>
          <pc:docMk/>
          <pc:sldMk cId="3516357192" sldId="802"/>
        </pc:sldMkLst>
        <pc:spChg chg="mod">
          <ac:chgData name="NICOLA PEDROCCHI" userId="ca29c3b2-cafe-451e-bf89-a6fca760f57b" providerId="ADAL" clId="{69AC99D6-7E9E-487F-A5F3-213A81558BF6}" dt="2026-03-18T16:24:04.672" v="1186"/>
          <ac:spMkLst>
            <pc:docMk/>
            <pc:sldMk cId="3516357192" sldId="802"/>
            <ac:spMk id="2" creationId="{92302208-07C9-65A7-97CE-7AEAF483CA68}"/>
          </ac:spMkLst>
        </pc:spChg>
        <pc:spChg chg="del">
          <ac:chgData name="NICOLA PEDROCCHI" userId="ca29c3b2-cafe-451e-bf89-a6fca760f57b" providerId="ADAL" clId="{69AC99D6-7E9E-487F-A5F3-213A81558BF6}" dt="2026-03-18T16:36:56.166" v="1313"/>
          <ac:spMkLst>
            <pc:docMk/>
            <pc:sldMk cId="3516357192" sldId="802"/>
            <ac:spMk id="3" creationId="{775A6175-FB74-1772-D302-B49B80B72777}"/>
          </ac:spMkLst>
        </pc:spChg>
        <pc:spChg chg="mod">
          <ac:chgData name="NICOLA PEDROCCHI" userId="ca29c3b2-cafe-451e-bf89-a6fca760f57b" providerId="ADAL" clId="{69AC99D6-7E9E-487F-A5F3-213A81558BF6}" dt="2026-03-18T16:30:28.621" v="1312"/>
          <ac:spMkLst>
            <pc:docMk/>
            <pc:sldMk cId="3516357192" sldId="802"/>
            <ac:spMk id="4" creationId="{C6083C33-B483-D128-57E6-E9E7DC494E34}"/>
          </ac:spMkLst>
        </pc:spChg>
        <pc:picChg chg="add mod">
          <ac:chgData name="NICOLA PEDROCCHI" userId="ca29c3b2-cafe-451e-bf89-a6fca760f57b" providerId="ADAL" clId="{69AC99D6-7E9E-487F-A5F3-213A81558BF6}" dt="2026-03-18T16:36:56.166" v="1313"/>
          <ac:picMkLst>
            <pc:docMk/>
            <pc:sldMk cId="3516357192" sldId="802"/>
            <ac:picMk id="2050" creationId="{90B0FFEA-1DAB-DD88-3A83-501573FCDABA}"/>
          </ac:picMkLst>
        </pc:picChg>
      </pc:sldChg>
      <pc:sldChg chg="addSp delSp modSp add mod">
        <pc:chgData name="NICOLA PEDROCCHI" userId="ca29c3b2-cafe-451e-bf89-a6fca760f57b" providerId="ADAL" clId="{69AC99D6-7E9E-487F-A5F3-213A81558BF6}" dt="2026-03-18T16:17:00.018" v="1172" actId="6549"/>
        <pc:sldMkLst>
          <pc:docMk/>
          <pc:sldMk cId="1396203706" sldId="803"/>
        </pc:sldMkLst>
        <pc:spChg chg="mod">
          <ac:chgData name="NICOLA PEDROCCHI" userId="ca29c3b2-cafe-451e-bf89-a6fca760f57b" providerId="ADAL" clId="{69AC99D6-7E9E-487F-A5F3-213A81558BF6}" dt="2026-03-18T16:15:01.234" v="1147" actId="20577"/>
          <ac:spMkLst>
            <pc:docMk/>
            <pc:sldMk cId="1396203706" sldId="803"/>
            <ac:spMk id="8" creationId="{F6B9BAF0-827F-3998-4D9F-28E7FC7A5AF2}"/>
          </ac:spMkLst>
        </pc:spChg>
        <pc:spChg chg="mod">
          <ac:chgData name="NICOLA PEDROCCHI" userId="ca29c3b2-cafe-451e-bf89-a6fca760f57b" providerId="ADAL" clId="{69AC99D6-7E9E-487F-A5F3-213A81558BF6}" dt="2026-03-18T16:17:00.018" v="1172" actId="6549"/>
          <ac:spMkLst>
            <pc:docMk/>
            <pc:sldMk cId="1396203706" sldId="803"/>
            <ac:spMk id="12" creationId="{08D64B35-1F68-B5D2-1A90-E0F04B70B212}"/>
          </ac:spMkLst>
        </pc:spChg>
        <pc:picChg chg="del">
          <ac:chgData name="NICOLA PEDROCCHI" userId="ca29c3b2-cafe-451e-bf89-a6fca760f57b" providerId="ADAL" clId="{69AC99D6-7E9E-487F-A5F3-213A81558BF6}" dt="2026-03-18T16:14:51.079" v="1142" actId="478"/>
          <ac:picMkLst>
            <pc:docMk/>
            <pc:sldMk cId="1396203706" sldId="803"/>
            <ac:picMk id="3" creationId="{9FC39FBD-6614-0012-43DD-0959480161A6}"/>
          </ac:picMkLst>
        </pc:picChg>
        <pc:picChg chg="add mod">
          <ac:chgData name="NICOLA PEDROCCHI" userId="ca29c3b2-cafe-451e-bf89-a6fca760f57b" providerId="ADAL" clId="{69AC99D6-7E9E-487F-A5F3-213A81558BF6}" dt="2026-03-18T16:14:56.850" v="1145" actId="14100"/>
          <ac:picMkLst>
            <pc:docMk/>
            <pc:sldMk cId="1396203706" sldId="803"/>
            <ac:picMk id="4" creationId="{CC70FB78-80CA-CEE3-F56F-F7A1BF5AD380}"/>
          </ac:picMkLst>
        </pc:picChg>
      </pc:sldChg>
      <pc:sldChg chg="modSp add mod">
        <pc:chgData name="NICOLA PEDROCCHI" userId="ca29c3b2-cafe-451e-bf89-a6fca760f57b" providerId="ADAL" clId="{69AC99D6-7E9E-487F-A5F3-213A81558BF6}" dt="2026-03-18T16:39:25.581" v="1362" actId="20577"/>
        <pc:sldMkLst>
          <pc:docMk/>
          <pc:sldMk cId="3122325305" sldId="804"/>
        </pc:sldMkLst>
        <pc:spChg chg="mod">
          <ac:chgData name="NICOLA PEDROCCHI" userId="ca29c3b2-cafe-451e-bf89-a6fca760f57b" providerId="ADAL" clId="{69AC99D6-7E9E-487F-A5F3-213A81558BF6}" dt="2026-03-18T16:39:25.581" v="1362" actId="20577"/>
          <ac:spMkLst>
            <pc:docMk/>
            <pc:sldMk cId="3122325305" sldId="804"/>
            <ac:spMk id="2" creationId="{19EE0271-BBDB-777D-CE8D-D47BD15F7E2E}"/>
          </ac:spMkLst>
        </pc:spChg>
        <pc:spChg chg="mod">
          <ac:chgData name="NICOLA PEDROCCHI" userId="ca29c3b2-cafe-451e-bf89-a6fca760f57b" providerId="ADAL" clId="{69AC99D6-7E9E-487F-A5F3-213A81558BF6}" dt="2026-03-18T16:39:22.757" v="1358" actId="20577"/>
          <ac:spMkLst>
            <pc:docMk/>
            <pc:sldMk cId="3122325305" sldId="804"/>
            <ac:spMk id="3" creationId="{394D1997-BEEE-F0D4-D9CE-58CF277910EB}"/>
          </ac:spMkLst>
        </pc:spChg>
      </pc:sldChg>
      <pc:sldChg chg="addSp delSp modSp add mod">
        <pc:chgData name="NICOLA PEDROCCHI" userId="ca29c3b2-cafe-451e-bf89-a6fca760f57b" providerId="ADAL" clId="{69AC99D6-7E9E-487F-A5F3-213A81558BF6}" dt="2026-03-18T16:56:27.178" v="1453"/>
        <pc:sldMkLst>
          <pc:docMk/>
          <pc:sldMk cId="250526911" sldId="805"/>
        </pc:sldMkLst>
        <pc:spChg chg="mod">
          <ac:chgData name="NICOLA PEDROCCHI" userId="ca29c3b2-cafe-451e-bf89-a6fca760f57b" providerId="ADAL" clId="{69AC99D6-7E9E-487F-A5F3-213A81558BF6}" dt="2026-03-18T16:43:20.881" v="1448" actId="404"/>
          <ac:spMkLst>
            <pc:docMk/>
            <pc:sldMk cId="250526911" sldId="805"/>
            <ac:spMk id="2" creationId="{93A65769-F2C6-3C6B-EC78-1CCD01564BE0}"/>
          </ac:spMkLst>
        </pc:spChg>
        <pc:spChg chg="add del mod">
          <ac:chgData name="NICOLA PEDROCCHI" userId="ca29c3b2-cafe-451e-bf89-a6fca760f57b" providerId="ADAL" clId="{69AC99D6-7E9E-487F-A5F3-213A81558BF6}" dt="2026-03-18T16:56:27.178" v="1453"/>
          <ac:spMkLst>
            <pc:docMk/>
            <pc:sldMk cId="250526911" sldId="805"/>
            <ac:spMk id="3" creationId="{822D5B68-E57A-7436-B5CB-3E58D848759C}"/>
          </ac:spMkLst>
        </pc:spChg>
        <pc:spChg chg="mod">
          <ac:chgData name="NICOLA PEDROCCHI" userId="ca29c3b2-cafe-451e-bf89-a6fca760f57b" providerId="ADAL" clId="{69AC99D6-7E9E-487F-A5F3-213A81558BF6}" dt="2026-03-18T16:42:57.172" v="1441" actId="20577"/>
          <ac:spMkLst>
            <pc:docMk/>
            <pc:sldMk cId="250526911" sldId="805"/>
            <ac:spMk id="4" creationId="{191A1A98-F849-4704-F441-26ED7747C076}"/>
          </ac:spMkLst>
        </pc:spChg>
        <pc:spChg chg="add">
          <ac:chgData name="NICOLA PEDROCCHI" userId="ca29c3b2-cafe-451e-bf89-a6fca760f57b" providerId="ADAL" clId="{69AC99D6-7E9E-487F-A5F3-213A81558BF6}" dt="2026-03-18T16:56:02.719" v="1451"/>
          <ac:spMkLst>
            <pc:docMk/>
            <pc:sldMk cId="250526911" sldId="805"/>
            <ac:spMk id="8" creationId="{223C08FB-72FD-BBEA-C569-2A79203A1E42}"/>
          </ac:spMkLst>
        </pc:spChg>
        <pc:picChg chg="add mod ord">
          <ac:chgData name="NICOLA PEDROCCHI" userId="ca29c3b2-cafe-451e-bf89-a6fca760f57b" providerId="ADAL" clId="{69AC99D6-7E9E-487F-A5F3-213A81558BF6}" dt="2026-03-18T16:56:27.178" v="1453"/>
          <ac:picMkLst>
            <pc:docMk/>
            <pc:sldMk cId="250526911" sldId="805"/>
            <ac:picMk id="10" creationId="{1D075BB2-EDBE-8160-4052-66612D7B7850}"/>
          </ac:picMkLst>
        </pc:picChg>
        <pc:picChg chg="del">
          <ac:chgData name="NICOLA PEDROCCHI" userId="ca29c3b2-cafe-451e-bf89-a6fca760f57b" providerId="ADAL" clId="{69AC99D6-7E9E-487F-A5F3-213A81558BF6}" dt="2026-03-18T16:56:01.897" v="1450" actId="478"/>
          <ac:picMkLst>
            <pc:docMk/>
            <pc:sldMk cId="250526911" sldId="805"/>
            <ac:picMk id="2050" creationId="{C1843B74-4DFA-D67C-4FCC-A93EFECEE45E}"/>
          </ac:picMkLst>
        </pc:picChg>
      </pc:sldChg>
      <pc:sldChg chg="addSp delSp modSp add mod">
        <pc:chgData name="NICOLA PEDROCCHI" userId="ca29c3b2-cafe-451e-bf89-a6fca760f57b" providerId="ADAL" clId="{69AC99D6-7E9E-487F-A5F3-213A81558BF6}" dt="2026-03-18T17:01:29.199" v="1515" actId="6549"/>
        <pc:sldMkLst>
          <pc:docMk/>
          <pc:sldMk cId="901128728" sldId="806"/>
        </pc:sldMkLst>
        <pc:spChg chg="mod">
          <ac:chgData name="NICOLA PEDROCCHI" userId="ca29c3b2-cafe-451e-bf89-a6fca760f57b" providerId="ADAL" clId="{69AC99D6-7E9E-487F-A5F3-213A81558BF6}" dt="2026-03-18T17:01:29.199" v="1515" actId="6549"/>
          <ac:spMkLst>
            <pc:docMk/>
            <pc:sldMk cId="901128728" sldId="806"/>
            <ac:spMk id="12" creationId="{1C47B812-20AC-BA02-C07E-CB8AF20F6BDE}"/>
          </ac:spMkLst>
        </pc:spChg>
        <pc:picChg chg="add mod">
          <ac:chgData name="NICOLA PEDROCCHI" userId="ca29c3b2-cafe-451e-bf89-a6fca760f57b" providerId="ADAL" clId="{69AC99D6-7E9E-487F-A5F3-213A81558BF6}" dt="2026-03-18T17:00:24.496" v="1504" actId="14100"/>
          <ac:picMkLst>
            <pc:docMk/>
            <pc:sldMk cId="901128728" sldId="806"/>
            <ac:picMk id="3" creationId="{85682E61-5FE2-5C34-62E1-ABC5FCE9F9DD}"/>
          </ac:picMkLst>
        </pc:picChg>
        <pc:picChg chg="del">
          <ac:chgData name="NICOLA PEDROCCHI" userId="ca29c3b2-cafe-451e-bf89-a6fca760f57b" providerId="ADAL" clId="{69AC99D6-7E9E-487F-A5F3-213A81558BF6}" dt="2026-03-18T17:00:17.725" v="1501" actId="478"/>
          <ac:picMkLst>
            <pc:docMk/>
            <pc:sldMk cId="901128728" sldId="806"/>
            <ac:picMk id="4" creationId="{9808FB78-7AB6-BB32-B74B-E337043F047D}"/>
          </ac:picMkLst>
        </pc:picChg>
      </pc:sldChg>
      <pc:sldChg chg="modSp add mod">
        <pc:chgData name="NICOLA PEDROCCHI" userId="ca29c3b2-cafe-451e-bf89-a6fca760f57b" providerId="ADAL" clId="{69AC99D6-7E9E-487F-A5F3-213A81558BF6}" dt="2026-03-18T16:59:43.251" v="1500"/>
        <pc:sldMkLst>
          <pc:docMk/>
          <pc:sldMk cId="1741222216" sldId="807"/>
        </pc:sldMkLst>
        <pc:spChg chg="mod">
          <ac:chgData name="NICOLA PEDROCCHI" userId="ca29c3b2-cafe-451e-bf89-a6fca760f57b" providerId="ADAL" clId="{69AC99D6-7E9E-487F-A5F3-213A81558BF6}" dt="2026-03-18T16:57:57.866" v="1455" actId="20577"/>
          <ac:spMkLst>
            <pc:docMk/>
            <pc:sldMk cId="1741222216" sldId="807"/>
            <ac:spMk id="2" creationId="{6090A00E-C089-0691-98DB-E929140C45FC}"/>
          </ac:spMkLst>
        </pc:spChg>
        <pc:spChg chg="mod">
          <ac:chgData name="NICOLA PEDROCCHI" userId="ca29c3b2-cafe-451e-bf89-a6fca760f57b" providerId="ADAL" clId="{69AC99D6-7E9E-487F-A5F3-213A81558BF6}" dt="2026-03-18T16:59:43.251" v="1500"/>
          <ac:spMkLst>
            <pc:docMk/>
            <pc:sldMk cId="1741222216" sldId="807"/>
            <ac:spMk id="3" creationId="{C87C508F-01A5-5121-99EA-682E4230A89D}"/>
          </ac:spMkLst>
        </pc:spChg>
      </pc:sldChg>
      <pc:sldChg chg="add del">
        <pc:chgData name="NICOLA PEDROCCHI" userId="ca29c3b2-cafe-451e-bf89-a6fca760f57b" providerId="ADAL" clId="{69AC99D6-7E9E-487F-A5F3-213A81558BF6}" dt="2026-03-18T17:03:43.507" v="1522" actId="47"/>
        <pc:sldMkLst>
          <pc:docMk/>
          <pc:sldMk cId="1809733303" sldId="808"/>
        </pc:sldMkLst>
      </pc:sldChg>
      <pc:sldChg chg="delSp add mod">
        <pc:chgData name="NICOLA PEDROCCHI" userId="ca29c3b2-cafe-451e-bf89-a6fca760f57b" providerId="ADAL" clId="{69AC99D6-7E9E-487F-A5F3-213A81558BF6}" dt="2026-03-18T17:04:29.331" v="1523" actId="478"/>
        <pc:sldMkLst>
          <pc:docMk/>
          <pc:sldMk cId="1837761092" sldId="809"/>
        </pc:sldMkLst>
        <pc:picChg chg="del">
          <ac:chgData name="NICOLA PEDROCCHI" userId="ca29c3b2-cafe-451e-bf89-a6fca760f57b" providerId="ADAL" clId="{69AC99D6-7E9E-487F-A5F3-213A81558BF6}" dt="2026-03-18T17:04:29.331" v="1523" actId="478"/>
          <ac:picMkLst>
            <pc:docMk/>
            <pc:sldMk cId="1837761092" sldId="809"/>
            <ac:picMk id="3" creationId="{3B17C28D-174F-2D40-61E8-DF7AFFC5F50E}"/>
          </ac:picMkLst>
        </pc:picChg>
      </pc:sldChg>
      <pc:sldChg chg="modSp add mod">
        <pc:chgData name="NICOLA PEDROCCHI" userId="ca29c3b2-cafe-451e-bf89-a6fca760f57b" providerId="ADAL" clId="{69AC99D6-7E9E-487F-A5F3-213A81558BF6}" dt="2026-03-18T17:03:41.306" v="1521" actId="20577"/>
        <pc:sldMkLst>
          <pc:docMk/>
          <pc:sldMk cId="1614272221" sldId="810"/>
        </pc:sldMkLst>
        <pc:spChg chg="mod">
          <ac:chgData name="NICOLA PEDROCCHI" userId="ca29c3b2-cafe-451e-bf89-a6fca760f57b" providerId="ADAL" clId="{69AC99D6-7E9E-487F-A5F3-213A81558BF6}" dt="2026-03-18T17:03:39.401" v="1519"/>
          <ac:spMkLst>
            <pc:docMk/>
            <pc:sldMk cId="1614272221" sldId="810"/>
            <ac:spMk id="2" creationId="{6D73A7D6-23D0-52D8-3D4D-AE712F7DFD78}"/>
          </ac:spMkLst>
        </pc:spChg>
        <pc:spChg chg="mod">
          <ac:chgData name="NICOLA PEDROCCHI" userId="ca29c3b2-cafe-451e-bf89-a6fca760f57b" providerId="ADAL" clId="{69AC99D6-7E9E-487F-A5F3-213A81558BF6}" dt="2026-03-18T17:03:41.306" v="1521" actId="20577"/>
          <ac:spMkLst>
            <pc:docMk/>
            <pc:sldMk cId="1614272221" sldId="810"/>
            <ac:spMk id="3" creationId="{E524C779-6467-55F0-0566-92D5AF14907D}"/>
          </ac:spMkLst>
        </pc:spChg>
      </pc:sldChg>
      <pc:sldChg chg="addSp modSp new mod modClrScheme chgLayout">
        <pc:chgData name="NICOLA PEDROCCHI" userId="ca29c3b2-cafe-451e-bf89-a6fca760f57b" providerId="ADAL" clId="{69AC99D6-7E9E-487F-A5F3-213A81558BF6}" dt="2026-03-18T17:10:33.494" v="1818" actId="20577"/>
        <pc:sldMkLst>
          <pc:docMk/>
          <pc:sldMk cId="1623283494" sldId="811"/>
        </pc:sldMkLst>
        <pc:spChg chg="mod ord">
          <ac:chgData name="NICOLA PEDROCCHI" userId="ca29c3b2-cafe-451e-bf89-a6fca760f57b" providerId="ADAL" clId="{69AC99D6-7E9E-487F-A5F3-213A81558BF6}" dt="2026-03-18T17:05:09.075" v="1532" actId="700"/>
          <ac:spMkLst>
            <pc:docMk/>
            <pc:sldMk cId="1623283494" sldId="811"/>
            <ac:spMk id="2" creationId="{24EFDC88-C4BA-6514-B6BD-698D8F3A8FE2}"/>
          </ac:spMkLst>
        </pc:spChg>
        <pc:spChg chg="mod ord">
          <ac:chgData name="NICOLA PEDROCCHI" userId="ca29c3b2-cafe-451e-bf89-a6fca760f57b" providerId="ADAL" clId="{69AC99D6-7E9E-487F-A5F3-213A81558BF6}" dt="2026-03-18T17:05:09.075" v="1532" actId="700"/>
          <ac:spMkLst>
            <pc:docMk/>
            <pc:sldMk cId="1623283494" sldId="811"/>
            <ac:spMk id="3" creationId="{F964C2CF-D21C-D52D-A198-8F83CAF27C92}"/>
          </ac:spMkLst>
        </pc:spChg>
        <pc:spChg chg="mod ord">
          <ac:chgData name="NICOLA PEDROCCHI" userId="ca29c3b2-cafe-451e-bf89-a6fca760f57b" providerId="ADAL" clId="{69AC99D6-7E9E-487F-A5F3-213A81558BF6}" dt="2026-03-18T17:05:09.075" v="1532" actId="700"/>
          <ac:spMkLst>
            <pc:docMk/>
            <pc:sldMk cId="1623283494" sldId="811"/>
            <ac:spMk id="4" creationId="{D90F5EE0-5855-F296-169A-E82A2426B5AB}"/>
          </ac:spMkLst>
        </pc:spChg>
        <pc:spChg chg="add mod ord">
          <ac:chgData name="NICOLA PEDROCCHI" userId="ca29c3b2-cafe-451e-bf89-a6fca760f57b" providerId="ADAL" clId="{69AC99D6-7E9E-487F-A5F3-213A81558BF6}" dt="2026-03-18T17:05:14.107" v="1542" actId="20577"/>
          <ac:spMkLst>
            <pc:docMk/>
            <pc:sldMk cId="1623283494" sldId="811"/>
            <ac:spMk id="5" creationId="{FBE7935A-EA39-5945-6876-BE76EAE25FE9}"/>
          </ac:spMkLst>
        </pc:spChg>
        <pc:spChg chg="add mod ord">
          <ac:chgData name="NICOLA PEDROCCHI" userId="ca29c3b2-cafe-451e-bf89-a6fca760f57b" providerId="ADAL" clId="{69AC99D6-7E9E-487F-A5F3-213A81558BF6}" dt="2026-03-18T17:10:33.494" v="1818" actId="20577"/>
          <ac:spMkLst>
            <pc:docMk/>
            <pc:sldMk cId="1623283494" sldId="811"/>
            <ac:spMk id="6" creationId="{2AF6F1B3-5F10-FBF3-3B9E-1112F985A49C}"/>
          </ac:spMkLst>
        </pc:spChg>
      </pc:sldChg>
      <pc:sldMasterChg chg="addSp modSp mod modSldLayout">
        <pc:chgData name="NICOLA PEDROCCHI" userId="ca29c3b2-cafe-451e-bf89-a6fca760f57b" providerId="ADAL" clId="{69AC99D6-7E9E-487F-A5F3-213A81558BF6}" dt="2026-03-18T14:27:01.245" v="607" actId="207"/>
        <pc:sldMasterMkLst>
          <pc:docMk/>
          <pc:sldMasterMk cId="1116039542" sldId="2147483648"/>
        </pc:sldMasterMkLst>
        <pc:spChg chg="mod">
          <ac:chgData name="NICOLA PEDROCCHI" userId="ca29c3b2-cafe-451e-bf89-a6fca760f57b" providerId="ADAL" clId="{69AC99D6-7E9E-487F-A5F3-213A81558BF6}" dt="2026-03-18T13:53:49.596" v="136" actId="1076"/>
          <ac:spMkLst>
            <pc:docMk/>
            <pc:sldMasterMk cId="1116039542" sldId="2147483648"/>
            <ac:spMk id="2" creationId="{79F17D87-77FA-4EE3-B191-70D226D74C08}"/>
          </ac:spMkLst>
        </pc:spChg>
        <pc:spChg chg="mod">
          <ac:chgData name="NICOLA PEDROCCHI" userId="ca29c3b2-cafe-451e-bf89-a6fca760f57b" providerId="ADAL" clId="{69AC99D6-7E9E-487F-A5F3-213A81558BF6}" dt="2026-03-18T13:53:54.461" v="137" actId="14100"/>
          <ac:spMkLst>
            <pc:docMk/>
            <pc:sldMasterMk cId="1116039542" sldId="2147483648"/>
            <ac:spMk id="3" creationId="{423122BD-1AF0-44F0-B63C-D3698244CB71}"/>
          </ac:spMkLst>
        </pc:spChg>
        <pc:spChg chg="mod">
          <ac:chgData name="NICOLA PEDROCCHI" userId="ca29c3b2-cafe-451e-bf89-a6fca760f57b" providerId="ADAL" clId="{69AC99D6-7E9E-487F-A5F3-213A81558BF6}" dt="2026-03-18T13:53:36.273" v="132" actId="1076"/>
          <ac:spMkLst>
            <pc:docMk/>
            <pc:sldMasterMk cId="1116039542" sldId="2147483648"/>
            <ac:spMk id="4" creationId="{3C17FB80-9F91-4BA2-840E-D8027B989BA8}"/>
          </ac:spMkLst>
        </pc:spChg>
        <pc:spChg chg="mod">
          <ac:chgData name="NICOLA PEDROCCHI" userId="ca29c3b2-cafe-451e-bf89-a6fca760f57b" providerId="ADAL" clId="{69AC99D6-7E9E-487F-A5F3-213A81558BF6}" dt="2026-03-18T13:53:36.273" v="132" actId="1076"/>
          <ac:spMkLst>
            <pc:docMk/>
            <pc:sldMasterMk cId="1116039542" sldId="2147483648"/>
            <ac:spMk id="5" creationId="{4C9481F6-8AAA-449A-8E54-DF8A02B28650}"/>
          </ac:spMkLst>
        </pc:spChg>
        <pc:spChg chg="mod">
          <ac:chgData name="NICOLA PEDROCCHI" userId="ca29c3b2-cafe-451e-bf89-a6fca760f57b" providerId="ADAL" clId="{69AC99D6-7E9E-487F-A5F3-213A81558BF6}" dt="2026-03-18T13:53:36.273" v="132" actId="1076"/>
          <ac:spMkLst>
            <pc:docMk/>
            <pc:sldMasterMk cId="1116039542" sldId="2147483648"/>
            <ac:spMk id="6" creationId="{ACA63D70-08DB-495C-938B-E1CCD7718DFE}"/>
          </ac:spMkLst>
        </pc:spChg>
        <pc:spChg chg="add mod ord">
          <ac:chgData name="NICOLA PEDROCCHI" userId="ca29c3b2-cafe-451e-bf89-a6fca760f57b" providerId="ADAL" clId="{69AC99D6-7E9E-487F-A5F3-213A81558BF6}" dt="2026-03-18T13:53:44.082" v="135" actId="167"/>
          <ac:spMkLst>
            <pc:docMk/>
            <pc:sldMasterMk cId="1116039542" sldId="2147483648"/>
            <ac:spMk id="7" creationId="{C9D43AF7-E98B-343C-B143-86AEFF11C327}"/>
          </ac:spMkLst>
        </pc:spChg>
        <pc:picChg chg="add mod">
          <ac:chgData name="NICOLA PEDROCCHI" userId="ca29c3b2-cafe-451e-bf89-a6fca760f57b" providerId="ADAL" clId="{69AC99D6-7E9E-487F-A5F3-213A81558BF6}" dt="2026-03-18T13:53:36.273" v="132" actId="1076"/>
          <ac:picMkLst>
            <pc:docMk/>
            <pc:sldMasterMk cId="1116039542" sldId="2147483648"/>
            <ac:picMk id="8" creationId="{6295D23C-C796-92A4-4F29-B63C3C0C1FDF}"/>
          </ac:picMkLst>
        </pc:picChg>
        <pc:sldLayoutChg chg="addSp delSp modSp mod">
          <pc:chgData name="NICOLA PEDROCCHI" userId="ca29c3b2-cafe-451e-bf89-a6fca760f57b" providerId="ADAL" clId="{69AC99D6-7E9E-487F-A5F3-213A81558BF6}" dt="2026-03-18T13:49:34.927" v="81" actId="207"/>
          <pc:sldLayoutMkLst>
            <pc:docMk/>
            <pc:sldMasterMk cId="1116039542" sldId="2147483648"/>
            <pc:sldLayoutMk cId="4090771033" sldId="2147483649"/>
          </pc:sldLayoutMkLst>
          <pc:spChg chg="add del mod">
            <ac:chgData name="NICOLA PEDROCCHI" userId="ca29c3b2-cafe-451e-bf89-a6fca760f57b" providerId="ADAL" clId="{69AC99D6-7E9E-487F-A5F3-213A81558BF6}" dt="2026-03-18T13:49:30.470" v="80" actId="403"/>
            <ac:spMkLst>
              <pc:docMk/>
              <pc:sldMasterMk cId="1116039542" sldId="2147483648"/>
              <pc:sldLayoutMk cId="4090771033" sldId="2147483649"/>
              <ac:spMk id="2" creationId="{7A739DD1-A1C1-4C92-A68E-E40C9900F914}"/>
            </ac:spMkLst>
          </pc:spChg>
          <pc:spChg chg="mod">
            <ac:chgData name="NICOLA PEDROCCHI" userId="ca29c3b2-cafe-451e-bf89-a6fca760f57b" providerId="ADAL" clId="{69AC99D6-7E9E-487F-A5F3-213A81558BF6}" dt="2026-03-18T13:49:34.927" v="81" actId="207"/>
            <ac:spMkLst>
              <pc:docMk/>
              <pc:sldMasterMk cId="1116039542" sldId="2147483648"/>
              <pc:sldLayoutMk cId="4090771033" sldId="2147483649"/>
              <ac:spMk id="3" creationId="{1CEDE420-FE01-46FE-BF26-54F0BF95EA08}"/>
            </ac:spMkLst>
          </pc:spChg>
          <pc:spChg chg="add mod ord">
            <ac:chgData name="NICOLA PEDROCCHI" userId="ca29c3b2-cafe-451e-bf89-a6fca760f57b" providerId="ADAL" clId="{69AC99D6-7E9E-487F-A5F3-213A81558BF6}" dt="2026-03-18T13:48:44.953" v="65" actId="167"/>
            <ac:spMkLst>
              <pc:docMk/>
              <pc:sldMasterMk cId="1116039542" sldId="2147483648"/>
              <pc:sldLayoutMk cId="4090771033" sldId="2147483649"/>
              <ac:spMk id="7" creationId="{3BD8CE99-8084-28C7-3656-C08C8962605F}"/>
            </ac:spMkLst>
          </pc:spChg>
          <pc:spChg chg="add del mod">
            <ac:chgData name="NICOLA PEDROCCHI" userId="ca29c3b2-cafe-451e-bf89-a6fca760f57b" providerId="ADAL" clId="{69AC99D6-7E9E-487F-A5F3-213A81558BF6}" dt="2026-03-18T13:49:00.244" v="68" actId="478"/>
            <ac:spMkLst>
              <pc:docMk/>
              <pc:sldMasterMk cId="1116039542" sldId="2147483648"/>
              <pc:sldLayoutMk cId="4090771033" sldId="2147483649"/>
              <ac:spMk id="8" creationId="{53AF032D-9688-929F-C968-993232744C8F}"/>
            </ac:spMkLst>
          </pc:spChg>
        </pc:sldLayoutChg>
        <pc:sldLayoutChg chg="modSp mod">
          <pc:chgData name="NICOLA PEDROCCHI" userId="ca29c3b2-cafe-451e-bf89-a6fca760f57b" providerId="ADAL" clId="{69AC99D6-7E9E-487F-A5F3-213A81558BF6}" dt="2026-03-18T14:27:01.245" v="607" actId="207"/>
          <pc:sldLayoutMkLst>
            <pc:docMk/>
            <pc:sldMasterMk cId="1116039542" sldId="2147483648"/>
            <pc:sldLayoutMk cId="2098881757" sldId="2147483651"/>
          </pc:sldLayoutMkLst>
          <pc:spChg chg="mod">
            <ac:chgData name="NICOLA PEDROCCHI" userId="ca29c3b2-cafe-451e-bf89-a6fca760f57b" providerId="ADAL" clId="{69AC99D6-7E9E-487F-A5F3-213A81558BF6}" dt="2026-03-18T14:27:01.245" v="607" actId="207"/>
            <ac:spMkLst>
              <pc:docMk/>
              <pc:sldMasterMk cId="1116039542" sldId="2147483648"/>
              <pc:sldLayoutMk cId="2098881757" sldId="2147483651"/>
              <ac:spMk id="2" creationId="{FBBB05AA-7C04-4CAF-AE3F-209C0CBA0FB7}"/>
            </ac:spMkLst>
          </pc:spChg>
        </pc:sldLayoutChg>
        <pc:sldLayoutChg chg="modSp mod">
          <pc:chgData name="NICOLA PEDROCCHI" userId="ca29c3b2-cafe-451e-bf89-a6fca760f57b" providerId="ADAL" clId="{69AC99D6-7E9E-487F-A5F3-213A81558BF6}" dt="2026-03-18T14:11:04.785" v="380" actId="3064"/>
          <pc:sldLayoutMkLst>
            <pc:docMk/>
            <pc:sldMasterMk cId="1116039542" sldId="2147483648"/>
            <pc:sldLayoutMk cId="393062369" sldId="2147483657"/>
          </pc:sldLayoutMkLst>
          <pc:spChg chg="mod">
            <ac:chgData name="NICOLA PEDROCCHI" userId="ca29c3b2-cafe-451e-bf89-a6fca760f57b" providerId="ADAL" clId="{69AC99D6-7E9E-487F-A5F3-213A81558BF6}" dt="2026-03-18T14:11:04.785" v="380" actId="3064"/>
            <ac:spMkLst>
              <pc:docMk/>
              <pc:sldMasterMk cId="1116039542" sldId="2147483648"/>
              <pc:sldLayoutMk cId="393062369" sldId="2147483657"/>
              <ac:spMk id="2" creationId="{907C967C-D4AC-4A30-8BFF-750FD7F58F78}"/>
            </ac:spMkLst>
          </pc:spChg>
          <pc:spChg chg="mod">
            <ac:chgData name="NICOLA PEDROCCHI" userId="ca29c3b2-cafe-451e-bf89-a6fca760f57b" providerId="ADAL" clId="{69AC99D6-7E9E-487F-A5F3-213A81558BF6}" dt="2026-03-18T13:55:06.474" v="145" actId="1036"/>
            <ac:spMkLst>
              <pc:docMk/>
              <pc:sldMasterMk cId="1116039542" sldId="2147483648"/>
              <pc:sldLayoutMk cId="393062369" sldId="2147483657"/>
              <ac:spMk id="3" creationId="{89BCCC24-534C-41F4-9E3F-7B05727C02E6}"/>
            </ac:spMkLst>
          </pc:spChg>
          <pc:spChg chg="mod">
            <ac:chgData name="NICOLA PEDROCCHI" userId="ca29c3b2-cafe-451e-bf89-a6fca760f57b" providerId="ADAL" clId="{69AC99D6-7E9E-487F-A5F3-213A81558BF6}" dt="2026-03-18T13:55:13.583" v="152" actId="1036"/>
            <ac:spMkLst>
              <pc:docMk/>
              <pc:sldMasterMk cId="1116039542" sldId="2147483648"/>
              <pc:sldLayoutMk cId="393062369" sldId="2147483657"/>
              <ac:spMk id="4" creationId="{8FC0329A-F580-4F7D-9642-8F64A0BC3038}"/>
            </ac:spMkLst>
          </pc:spChg>
        </pc:sldLayoutChg>
        <pc:sldLayoutChg chg="modSp mod">
          <pc:chgData name="NICOLA PEDROCCHI" userId="ca29c3b2-cafe-451e-bf89-a6fca760f57b" providerId="ADAL" clId="{69AC99D6-7E9E-487F-A5F3-213A81558BF6}" dt="2026-03-18T13:57:49.699" v="187" actId="14100"/>
          <pc:sldLayoutMkLst>
            <pc:docMk/>
            <pc:sldMasterMk cId="1116039542" sldId="2147483648"/>
            <pc:sldLayoutMk cId="3593618717" sldId="2147483659"/>
          </pc:sldLayoutMkLst>
          <pc:spChg chg="mod">
            <ac:chgData name="NICOLA PEDROCCHI" userId="ca29c3b2-cafe-451e-bf89-a6fca760f57b" providerId="ADAL" clId="{69AC99D6-7E9E-487F-A5F3-213A81558BF6}" dt="2026-03-18T13:57:46.789" v="186" actId="14100"/>
            <ac:spMkLst>
              <pc:docMk/>
              <pc:sldMasterMk cId="1116039542" sldId="2147483648"/>
              <pc:sldLayoutMk cId="3593618717" sldId="2147483659"/>
              <ac:spMk id="3" creationId="{89BCCC24-534C-41F4-9E3F-7B05727C02E6}"/>
            </ac:spMkLst>
          </pc:spChg>
          <pc:spChg chg="mod">
            <ac:chgData name="NICOLA PEDROCCHI" userId="ca29c3b2-cafe-451e-bf89-a6fca760f57b" providerId="ADAL" clId="{69AC99D6-7E9E-487F-A5F3-213A81558BF6}" dt="2026-03-18T13:57:49.699" v="187" actId="14100"/>
            <ac:spMkLst>
              <pc:docMk/>
              <pc:sldMasterMk cId="1116039542" sldId="2147483648"/>
              <pc:sldLayoutMk cId="3593618717" sldId="2147483659"/>
              <ac:spMk id="4" creationId="{8FC0329A-F580-4F7D-9642-8F64A0BC3038}"/>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2D1F43-F797-4F26-8077-9AED9140419F}" type="datetimeFigureOut">
              <a:rPr lang="en-US" smtClean="0"/>
              <a:t>3/18/2026</a:t>
            </a:fld>
            <a:endParaRPr lang="en-US"/>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501DD3-02A6-4C2F-817E-0FF5565BF750}" type="slidenum">
              <a:rPr lang="en-US" smtClean="0"/>
              <a:t>‹#›</a:t>
            </a:fld>
            <a:endParaRPr lang="en-US"/>
          </a:p>
        </p:txBody>
      </p:sp>
    </p:spTree>
    <p:extLst>
      <p:ext uri="{BB962C8B-B14F-4D97-AF65-F5344CB8AC3E}">
        <p14:creationId xmlns:p14="http://schemas.microsoft.com/office/powerpoint/2010/main" val="1575388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256396EC-C23A-42FD-83A3-E33C685CC983}"/>
              </a:ext>
            </a:extLst>
          </p:cNvPr>
          <p:cNvSpPr txBox="1">
            <a:spLocks noGrp="1" noChangeArrowheads="1"/>
          </p:cNvSpPr>
          <p:nvPr/>
        </p:nvSpPr>
        <p:spPr bwMode="auto">
          <a:xfrm>
            <a:off x="5475288" y="6515100"/>
            <a:ext cx="418941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891" tIns="45446" rIns="90891" bIns="45446" anchor="b"/>
          <a:lstStyle>
            <a:lvl1pPr defTabSz="909638">
              <a:defRPr sz="2400">
                <a:solidFill>
                  <a:schemeClr val="tx1"/>
                </a:solidFill>
                <a:latin typeface="Times" panose="02020603050405020304" pitchFamily="18" charset="0"/>
              </a:defRPr>
            </a:lvl1pPr>
            <a:lvl2pPr marL="738188" indent="-284163" defTabSz="909638">
              <a:defRPr sz="2400">
                <a:solidFill>
                  <a:schemeClr val="tx1"/>
                </a:solidFill>
                <a:latin typeface="Times" panose="02020603050405020304" pitchFamily="18" charset="0"/>
              </a:defRPr>
            </a:lvl2pPr>
            <a:lvl3pPr marL="1136650" indent="-227013" defTabSz="909638">
              <a:defRPr sz="2400">
                <a:solidFill>
                  <a:schemeClr val="tx1"/>
                </a:solidFill>
                <a:latin typeface="Times" panose="02020603050405020304" pitchFamily="18" charset="0"/>
              </a:defRPr>
            </a:lvl3pPr>
            <a:lvl4pPr marL="1590675" indent="-227013" defTabSz="909638">
              <a:defRPr sz="2400">
                <a:solidFill>
                  <a:schemeClr val="tx1"/>
                </a:solidFill>
                <a:latin typeface="Times" panose="02020603050405020304" pitchFamily="18" charset="0"/>
              </a:defRPr>
            </a:lvl4pPr>
            <a:lvl5pPr marL="2044700" indent="-227013" defTabSz="909638">
              <a:defRPr sz="2400">
                <a:solidFill>
                  <a:schemeClr val="tx1"/>
                </a:solidFill>
                <a:latin typeface="Times" panose="02020603050405020304" pitchFamily="18" charset="0"/>
              </a:defRPr>
            </a:lvl5pPr>
            <a:lvl6pPr marL="2501900" indent="-227013" defTabSz="909638" eaLnBrk="0" fontAlgn="base" hangingPunct="0">
              <a:spcBef>
                <a:spcPct val="0"/>
              </a:spcBef>
              <a:spcAft>
                <a:spcPct val="0"/>
              </a:spcAft>
              <a:defRPr sz="2400">
                <a:solidFill>
                  <a:schemeClr val="tx1"/>
                </a:solidFill>
                <a:latin typeface="Times" panose="02020603050405020304" pitchFamily="18" charset="0"/>
              </a:defRPr>
            </a:lvl6pPr>
            <a:lvl7pPr marL="2959100" indent="-227013" defTabSz="909638" eaLnBrk="0" fontAlgn="base" hangingPunct="0">
              <a:spcBef>
                <a:spcPct val="0"/>
              </a:spcBef>
              <a:spcAft>
                <a:spcPct val="0"/>
              </a:spcAft>
              <a:defRPr sz="2400">
                <a:solidFill>
                  <a:schemeClr val="tx1"/>
                </a:solidFill>
                <a:latin typeface="Times" panose="02020603050405020304" pitchFamily="18" charset="0"/>
              </a:defRPr>
            </a:lvl7pPr>
            <a:lvl8pPr marL="3416300" indent="-227013" defTabSz="909638" eaLnBrk="0" fontAlgn="base" hangingPunct="0">
              <a:spcBef>
                <a:spcPct val="0"/>
              </a:spcBef>
              <a:spcAft>
                <a:spcPct val="0"/>
              </a:spcAft>
              <a:defRPr sz="2400">
                <a:solidFill>
                  <a:schemeClr val="tx1"/>
                </a:solidFill>
                <a:latin typeface="Times" panose="02020603050405020304" pitchFamily="18" charset="0"/>
              </a:defRPr>
            </a:lvl8pPr>
            <a:lvl9pPr marL="3873500" indent="-227013" defTabSz="909638" eaLnBrk="0" fontAlgn="base" hangingPunct="0">
              <a:spcBef>
                <a:spcPct val="0"/>
              </a:spcBef>
              <a:spcAft>
                <a:spcPct val="0"/>
              </a:spcAft>
              <a:defRPr sz="2400">
                <a:solidFill>
                  <a:schemeClr val="tx1"/>
                </a:solidFill>
                <a:latin typeface="Times" panose="02020603050405020304" pitchFamily="18" charset="0"/>
              </a:defRPr>
            </a:lvl9pPr>
          </a:lstStyle>
          <a:p>
            <a:pPr algn="r"/>
            <a:fld id="{E4B0A4C8-CCDF-41B7-BFB2-86178F93284F}" type="slidenum">
              <a:rPr lang="it-IT" altLang="it-IT" sz="1200"/>
              <a:pPr algn="r"/>
              <a:t>2</a:t>
            </a:fld>
            <a:endParaRPr lang="it-IT" altLang="it-IT" sz="1200"/>
          </a:p>
        </p:txBody>
      </p:sp>
      <p:sp>
        <p:nvSpPr>
          <p:cNvPr id="10243" name="Rectangle 2">
            <a:extLst>
              <a:ext uri="{FF2B5EF4-FFF2-40B4-BE49-F238E27FC236}">
                <a16:creationId xmlns:a16="http://schemas.microsoft.com/office/drawing/2014/main" id="{352A5C0C-2BC5-4D8B-BB8A-546B5D29C2CB}"/>
              </a:ext>
            </a:extLst>
          </p:cNvPr>
          <p:cNvSpPr>
            <a:spLocks noGrp="1" noRot="1" noChangeAspect="1" noChangeArrowheads="1" noTextEdit="1"/>
          </p:cNvSpPr>
          <p:nvPr>
            <p:ph type="sldImg"/>
          </p:nvPr>
        </p:nvSpPr>
        <p:spPr>
          <a:solidFill>
            <a:srgbClr val="FFFFFF"/>
          </a:solidFill>
          <a:ln/>
        </p:spPr>
        <p:txBody>
          <a:bodyPr/>
          <a:lstStyle/>
          <a:p>
            <a:endParaRPr lang="it-IT"/>
          </a:p>
        </p:txBody>
      </p:sp>
      <p:sp>
        <p:nvSpPr>
          <p:cNvPr id="10244" name="Rectangle 3">
            <a:extLst>
              <a:ext uri="{FF2B5EF4-FFF2-40B4-BE49-F238E27FC236}">
                <a16:creationId xmlns:a16="http://schemas.microsoft.com/office/drawing/2014/main" id="{6073D22C-FCAE-4181-A0C6-5B656DAE3F51}"/>
              </a:ext>
            </a:extLst>
          </p:cNvPr>
          <p:cNvSpPr>
            <a:spLocks noGrp="1" noChangeArrowheads="1"/>
          </p:cNvSpPr>
          <p:nvPr>
            <p:ph type="body" idx="1"/>
          </p:nvPr>
        </p:nvSpPr>
        <p:spPr>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it-IT" altLang="it-IT">
              <a:latin typeface="Times" panose="02020603050405020304" pitchFamily="18" charset="0"/>
            </a:endParaRPr>
          </a:p>
        </p:txBody>
      </p:sp>
    </p:spTree>
    <p:extLst>
      <p:ext uri="{BB962C8B-B14F-4D97-AF65-F5344CB8AC3E}">
        <p14:creationId xmlns:p14="http://schemas.microsoft.com/office/powerpoint/2010/main" val="3175388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256396EC-C23A-42FD-83A3-E33C685CC983}"/>
              </a:ext>
            </a:extLst>
          </p:cNvPr>
          <p:cNvSpPr txBox="1">
            <a:spLocks noGrp="1" noChangeArrowheads="1"/>
          </p:cNvSpPr>
          <p:nvPr/>
        </p:nvSpPr>
        <p:spPr bwMode="auto">
          <a:xfrm>
            <a:off x="5475288" y="6515100"/>
            <a:ext cx="418941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891" tIns="45446" rIns="90891" bIns="45446" anchor="b"/>
          <a:lstStyle>
            <a:lvl1pPr defTabSz="909638">
              <a:defRPr sz="2400">
                <a:solidFill>
                  <a:schemeClr val="tx1"/>
                </a:solidFill>
                <a:latin typeface="Times" panose="02020603050405020304" pitchFamily="18" charset="0"/>
              </a:defRPr>
            </a:lvl1pPr>
            <a:lvl2pPr marL="738188" indent="-284163" defTabSz="909638">
              <a:defRPr sz="2400">
                <a:solidFill>
                  <a:schemeClr val="tx1"/>
                </a:solidFill>
                <a:latin typeface="Times" panose="02020603050405020304" pitchFamily="18" charset="0"/>
              </a:defRPr>
            </a:lvl2pPr>
            <a:lvl3pPr marL="1136650" indent="-227013" defTabSz="909638">
              <a:defRPr sz="2400">
                <a:solidFill>
                  <a:schemeClr val="tx1"/>
                </a:solidFill>
                <a:latin typeface="Times" panose="02020603050405020304" pitchFamily="18" charset="0"/>
              </a:defRPr>
            </a:lvl3pPr>
            <a:lvl4pPr marL="1590675" indent="-227013" defTabSz="909638">
              <a:defRPr sz="2400">
                <a:solidFill>
                  <a:schemeClr val="tx1"/>
                </a:solidFill>
                <a:latin typeface="Times" panose="02020603050405020304" pitchFamily="18" charset="0"/>
              </a:defRPr>
            </a:lvl4pPr>
            <a:lvl5pPr marL="2044700" indent="-227013" defTabSz="909638">
              <a:defRPr sz="2400">
                <a:solidFill>
                  <a:schemeClr val="tx1"/>
                </a:solidFill>
                <a:latin typeface="Times" panose="02020603050405020304" pitchFamily="18" charset="0"/>
              </a:defRPr>
            </a:lvl5pPr>
            <a:lvl6pPr marL="2501900" indent="-227013" defTabSz="909638" eaLnBrk="0" fontAlgn="base" hangingPunct="0">
              <a:spcBef>
                <a:spcPct val="0"/>
              </a:spcBef>
              <a:spcAft>
                <a:spcPct val="0"/>
              </a:spcAft>
              <a:defRPr sz="2400">
                <a:solidFill>
                  <a:schemeClr val="tx1"/>
                </a:solidFill>
                <a:latin typeface="Times" panose="02020603050405020304" pitchFamily="18" charset="0"/>
              </a:defRPr>
            </a:lvl6pPr>
            <a:lvl7pPr marL="2959100" indent="-227013" defTabSz="909638" eaLnBrk="0" fontAlgn="base" hangingPunct="0">
              <a:spcBef>
                <a:spcPct val="0"/>
              </a:spcBef>
              <a:spcAft>
                <a:spcPct val="0"/>
              </a:spcAft>
              <a:defRPr sz="2400">
                <a:solidFill>
                  <a:schemeClr val="tx1"/>
                </a:solidFill>
                <a:latin typeface="Times" panose="02020603050405020304" pitchFamily="18" charset="0"/>
              </a:defRPr>
            </a:lvl7pPr>
            <a:lvl8pPr marL="3416300" indent="-227013" defTabSz="909638" eaLnBrk="0" fontAlgn="base" hangingPunct="0">
              <a:spcBef>
                <a:spcPct val="0"/>
              </a:spcBef>
              <a:spcAft>
                <a:spcPct val="0"/>
              </a:spcAft>
              <a:defRPr sz="2400">
                <a:solidFill>
                  <a:schemeClr val="tx1"/>
                </a:solidFill>
                <a:latin typeface="Times" panose="02020603050405020304" pitchFamily="18" charset="0"/>
              </a:defRPr>
            </a:lvl8pPr>
            <a:lvl9pPr marL="3873500" indent="-227013" defTabSz="909638" eaLnBrk="0" fontAlgn="base" hangingPunct="0">
              <a:spcBef>
                <a:spcPct val="0"/>
              </a:spcBef>
              <a:spcAft>
                <a:spcPct val="0"/>
              </a:spcAft>
              <a:defRPr sz="2400">
                <a:solidFill>
                  <a:schemeClr val="tx1"/>
                </a:solidFill>
                <a:latin typeface="Times" panose="02020603050405020304" pitchFamily="18" charset="0"/>
              </a:defRPr>
            </a:lvl9pPr>
          </a:lstStyle>
          <a:p>
            <a:pPr algn="r"/>
            <a:fld id="{E4B0A4C8-CCDF-41B7-BFB2-86178F93284F}" type="slidenum">
              <a:rPr lang="it-IT" altLang="it-IT" sz="1200"/>
              <a:pPr algn="r"/>
              <a:t>22</a:t>
            </a:fld>
            <a:endParaRPr lang="it-IT" altLang="it-IT" sz="1200"/>
          </a:p>
        </p:txBody>
      </p:sp>
      <p:sp>
        <p:nvSpPr>
          <p:cNvPr id="10243" name="Rectangle 2">
            <a:extLst>
              <a:ext uri="{FF2B5EF4-FFF2-40B4-BE49-F238E27FC236}">
                <a16:creationId xmlns:a16="http://schemas.microsoft.com/office/drawing/2014/main" id="{352A5C0C-2BC5-4D8B-BB8A-546B5D29C2CB}"/>
              </a:ext>
            </a:extLst>
          </p:cNvPr>
          <p:cNvSpPr>
            <a:spLocks noGrp="1" noRot="1" noChangeAspect="1" noChangeArrowheads="1" noTextEdit="1"/>
          </p:cNvSpPr>
          <p:nvPr>
            <p:ph type="sldImg"/>
          </p:nvPr>
        </p:nvSpPr>
        <p:spPr>
          <a:solidFill>
            <a:srgbClr val="FFFFFF"/>
          </a:solidFill>
          <a:ln/>
        </p:spPr>
        <p:txBody>
          <a:bodyPr/>
          <a:lstStyle/>
          <a:p>
            <a:endParaRPr lang="it-IT"/>
          </a:p>
        </p:txBody>
      </p:sp>
      <p:sp>
        <p:nvSpPr>
          <p:cNvPr id="10244" name="Rectangle 3">
            <a:extLst>
              <a:ext uri="{FF2B5EF4-FFF2-40B4-BE49-F238E27FC236}">
                <a16:creationId xmlns:a16="http://schemas.microsoft.com/office/drawing/2014/main" id="{6073D22C-FCAE-4181-A0C6-5B656DAE3F51}"/>
              </a:ext>
            </a:extLst>
          </p:cNvPr>
          <p:cNvSpPr>
            <a:spLocks noGrp="1" noChangeArrowheads="1"/>
          </p:cNvSpPr>
          <p:nvPr>
            <p:ph type="body" idx="1"/>
          </p:nvPr>
        </p:nvSpPr>
        <p:spPr>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it-IT" altLang="it-IT">
              <a:latin typeface="Times" panose="02020603050405020304" pitchFamily="18" charset="0"/>
            </a:endParaRPr>
          </a:p>
        </p:txBody>
      </p:sp>
    </p:spTree>
    <p:extLst>
      <p:ext uri="{BB962C8B-B14F-4D97-AF65-F5344CB8AC3E}">
        <p14:creationId xmlns:p14="http://schemas.microsoft.com/office/powerpoint/2010/main" val="3175388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E2497-1DC9-27FA-1C47-20C084349879}"/>
            </a:ext>
          </a:extLst>
        </p:cNvPr>
        <p:cNvGrpSpPr/>
        <p:nvPr/>
      </p:nvGrpSpPr>
      <p:grpSpPr>
        <a:xfrm>
          <a:off x="0" y="0"/>
          <a:ext cx="0" cy="0"/>
          <a:chOff x="0" y="0"/>
          <a:chExt cx="0" cy="0"/>
        </a:xfrm>
      </p:grpSpPr>
      <p:sp>
        <p:nvSpPr>
          <p:cNvPr id="10242" name="Rectangle 7">
            <a:extLst>
              <a:ext uri="{FF2B5EF4-FFF2-40B4-BE49-F238E27FC236}">
                <a16:creationId xmlns:a16="http://schemas.microsoft.com/office/drawing/2014/main" id="{4D1A4672-6AE4-1ED6-F93E-183CB3E09FA9}"/>
              </a:ext>
            </a:extLst>
          </p:cNvPr>
          <p:cNvSpPr txBox="1">
            <a:spLocks noGrp="1" noChangeArrowheads="1"/>
          </p:cNvSpPr>
          <p:nvPr/>
        </p:nvSpPr>
        <p:spPr bwMode="auto">
          <a:xfrm>
            <a:off x="5475288" y="6515100"/>
            <a:ext cx="418941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891" tIns="45446" rIns="90891" bIns="45446" anchor="b"/>
          <a:lstStyle>
            <a:lvl1pPr defTabSz="909638">
              <a:defRPr sz="2400">
                <a:solidFill>
                  <a:schemeClr val="tx1"/>
                </a:solidFill>
                <a:latin typeface="Times" panose="02020603050405020304" pitchFamily="18" charset="0"/>
              </a:defRPr>
            </a:lvl1pPr>
            <a:lvl2pPr marL="738188" indent="-284163" defTabSz="909638">
              <a:defRPr sz="2400">
                <a:solidFill>
                  <a:schemeClr val="tx1"/>
                </a:solidFill>
                <a:latin typeface="Times" panose="02020603050405020304" pitchFamily="18" charset="0"/>
              </a:defRPr>
            </a:lvl2pPr>
            <a:lvl3pPr marL="1136650" indent="-227013" defTabSz="909638">
              <a:defRPr sz="2400">
                <a:solidFill>
                  <a:schemeClr val="tx1"/>
                </a:solidFill>
                <a:latin typeface="Times" panose="02020603050405020304" pitchFamily="18" charset="0"/>
              </a:defRPr>
            </a:lvl3pPr>
            <a:lvl4pPr marL="1590675" indent="-227013" defTabSz="909638">
              <a:defRPr sz="2400">
                <a:solidFill>
                  <a:schemeClr val="tx1"/>
                </a:solidFill>
                <a:latin typeface="Times" panose="02020603050405020304" pitchFamily="18" charset="0"/>
              </a:defRPr>
            </a:lvl4pPr>
            <a:lvl5pPr marL="2044700" indent="-227013" defTabSz="909638">
              <a:defRPr sz="2400">
                <a:solidFill>
                  <a:schemeClr val="tx1"/>
                </a:solidFill>
                <a:latin typeface="Times" panose="02020603050405020304" pitchFamily="18" charset="0"/>
              </a:defRPr>
            </a:lvl5pPr>
            <a:lvl6pPr marL="2501900" indent="-227013" defTabSz="909638" eaLnBrk="0" fontAlgn="base" hangingPunct="0">
              <a:spcBef>
                <a:spcPct val="0"/>
              </a:spcBef>
              <a:spcAft>
                <a:spcPct val="0"/>
              </a:spcAft>
              <a:defRPr sz="2400">
                <a:solidFill>
                  <a:schemeClr val="tx1"/>
                </a:solidFill>
                <a:latin typeface="Times" panose="02020603050405020304" pitchFamily="18" charset="0"/>
              </a:defRPr>
            </a:lvl6pPr>
            <a:lvl7pPr marL="2959100" indent="-227013" defTabSz="909638" eaLnBrk="0" fontAlgn="base" hangingPunct="0">
              <a:spcBef>
                <a:spcPct val="0"/>
              </a:spcBef>
              <a:spcAft>
                <a:spcPct val="0"/>
              </a:spcAft>
              <a:defRPr sz="2400">
                <a:solidFill>
                  <a:schemeClr val="tx1"/>
                </a:solidFill>
                <a:latin typeface="Times" panose="02020603050405020304" pitchFamily="18" charset="0"/>
              </a:defRPr>
            </a:lvl7pPr>
            <a:lvl8pPr marL="3416300" indent="-227013" defTabSz="909638" eaLnBrk="0" fontAlgn="base" hangingPunct="0">
              <a:spcBef>
                <a:spcPct val="0"/>
              </a:spcBef>
              <a:spcAft>
                <a:spcPct val="0"/>
              </a:spcAft>
              <a:defRPr sz="2400">
                <a:solidFill>
                  <a:schemeClr val="tx1"/>
                </a:solidFill>
                <a:latin typeface="Times" panose="02020603050405020304" pitchFamily="18" charset="0"/>
              </a:defRPr>
            </a:lvl8pPr>
            <a:lvl9pPr marL="3873500" indent="-227013" defTabSz="909638" eaLnBrk="0" fontAlgn="base" hangingPunct="0">
              <a:spcBef>
                <a:spcPct val="0"/>
              </a:spcBef>
              <a:spcAft>
                <a:spcPct val="0"/>
              </a:spcAft>
              <a:defRPr sz="2400">
                <a:solidFill>
                  <a:schemeClr val="tx1"/>
                </a:solidFill>
                <a:latin typeface="Times" panose="02020603050405020304" pitchFamily="18" charset="0"/>
              </a:defRPr>
            </a:lvl9pPr>
          </a:lstStyle>
          <a:p>
            <a:pPr algn="r"/>
            <a:fld id="{E4B0A4C8-CCDF-41B7-BFB2-86178F93284F}" type="slidenum">
              <a:rPr lang="it-IT" altLang="it-IT" sz="1200"/>
              <a:pPr algn="r"/>
              <a:t>23</a:t>
            </a:fld>
            <a:endParaRPr lang="it-IT" altLang="it-IT" sz="1200"/>
          </a:p>
        </p:txBody>
      </p:sp>
      <p:sp>
        <p:nvSpPr>
          <p:cNvPr id="10243" name="Rectangle 2">
            <a:extLst>
              <a:ext uri="{FF2B5EF4-FFF2-40B4-BE49-F238E27FC236}">
                <a16:creationId xmlns:a16="http://schemas.microsoft.com/office/drawing/2014/main" id="{E562C6F5-15D5-706E-3876-941BEC86A429}"/>
              </a:ext>
            </a:extLst>
          </p:cNvPr>
          <p:cNvSpPr>
            <a:spLocks noGrp="1" noRot="1" noChangeAspect="1" noChangeArrowheads="1" noTextEdit="1"/>
          </p:cNvSpPr>
          <p:nvPr>
            <p:ph type="sldImg"/>
          </p:nvPr>
        </p:nvSpPr>
        <p:spPr>
          <a:solidFill>
            <a:srgbClr val="FFFFFF"/>
          </a:solidFill>
          <a:ln/>
        </p:spPr>
        <p:txBody>
          <a:bodyPr/>
          <a:lstStyle/>
          <a:p>
            <a:endParaRPr lang="it-IT"/>
          </a:p>
        </p:txBody>
      </p:sp>
      <p:sp>
        <p:nvSpPr>
          <p:cNvPr id="10244" name="Rectangle 3">
            <a:extLst>
              <a:ext uri="{FF2B5EF4-FFF2-40B4-BE49-F238E27FC236}">
                <a16:creationId xmlns:a16="http://schemas.microsoft.com/office/drawing/2014/main" id="{BE9DE080-7078-4540-0616-F0BF9BE7B8D1}"/>
              </a:ext>
            </a:extLst>
          </p:cNvPr>
          <p:cNvSpPr>
            <a:spLocks noGrp="1" noChangeArrowheads="1"/>
          </p:cNvSpPr>
          <p:nvPr>
            <p:ph type="body" idx="1"/>
          </p:nvPr>
        </p:nvSpPr>
        <p:spPr>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it-IT" altLang="it-IT">
              <a:latin typeface="Times" panose="02020603050405020304" pitchFamily="18" charset="0"/>
            </a:endParaRPr>
          </a:p>
        </p:txBody>
      </p:sp>
    </p:spTree>
    <p:extLst>
      <p:ext uri="{BB962C8B-B14F-4D97-AF65-F5344CB8AC3E}">
        <p14:creationId xmlns:p14="http://schemas.microsoft.com/office/powerpoint/2010/main" val="2462036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DA35B-04D0-806F-F31B-28062D72FDB7}"/>
            </a:ext>
          </a:extLst>
        </p:cNvPr>
        <p:cNvGrpSpPr/>
        <p:nvPr/>
      </p:nvGrpSpPr>
      <p:grpSpPr>
        <a:xfrm>
          <a:off x="0" y="0"/>
          <a:ext cx="0" cy="0"/>
          <a:chOff x="0" y="0"/>
          <a:chExt cx="0" cy="0"/>
        </a:xfrm>
      </p:grpSpPr>
      <p:sp>
        <p:nvSpPr>
          <p:cNvPr id="10242" name="Rectangle 7">
            <a:extLst>
              <a:ext uri="{FF2B5EF4-FFF2-40B4-BE49-F238E27FC236}">
                <a16:creationId xmlns:a16="http://schemas.microsoft.com/office/drawing/2014/main" id="{5B04761A-C54A-CD0A-DEDC-1B000E676DAF}"/>
              </a:ext>
            </a:extLst>
          </p:cNvPr>
          <p:cNvSpPr txBox="1">
            <a:spLocks noGrp="1" noChangeArrowheads="1"/>
          </p:cNvSpPr>
          <p:nvPr/>
        </p:nvSpPr>
        <p:spPr bwMode="auto">
          <a:xfrm>
            <a:off x="5475288" y="6515100"/>
            <a:ext cx="418941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891" tIns="45446" rIns="90891" bIns="45446" anchor="b"/>
          <a:lstStyle>
            <a:lvl1pPr defTabSz="909638">
              <a:defRPr sz="2400">
                <a:solidFill>
                  <a:schemeClr val="tx1"/>
                </a:solidFill>
                <a:latin typeface="Times" panose="02020603050405020304" pitchFamily="18" charset="0"/>
              </a:defRPr>
            </a:lvl1pPr>
            <a:lvl2pPr marL="738188" indent="-284163" defTabSz="909638">
              <a:defRPr sz="2400">
                <a:solidFill>
                  <a:schemeClr val="tx1"/>
                </a:solidFill>
                <a:latin typeface="Times" panose="02020603050405020304" pitchFamily="18" charset="0"/>
              </a:defRPr>
            </a:lvl2pPr>
            <a:lvl3pPr marL="1136650" indent="-227013" defTabSz="909638">
              <a:defRPr sz="2400">
                <a:solidFill>
                  <a:schemeClr val="tx1"/>
                </a:solidFill>
                <a:latin typeface="Times" panose="02020603050405020304" pitchFamily="18" charset="0"/>
              </a:defRPr>
            </a:lvl3pPr>
            <a:lvl4pPr marL="1590675" indent="-227013" defTabSz="909638">
              <a:defRPr sz="2400">
                <a:solidFill>
                  <a:schemeClr val="tx1"/>
                </a:solidFill>
                <a:latin typeface="Times" panose="02020603050405020304" pitchFamily="18" charset="0"/>
              </a:defRPr>
            </a:lvl4pPr>
            <a:lvl5pPr marL="2044700" indent="-227013" defTabSz="909638">
              <a:defRPr sz="2400">
                <a:solidFill>
                  <a:schemeClr val="tx1"/>
                </a:solidFill>
                <a:latin typeface="Times" panose="02020603050405020304" pitchFamily="18" charset="0"/>
              </a:defRPr>
            </a:lvl5pPr>
            <a:lvl6pPr marL="2501900" indent="-227013" defTabSz="909638" eaLnBrk="0" fontAlgn="base" hangingPunct="0">
              <a:spcBef>
                <a:spcPct val="0"/>
              </a:spcBef>
              <a:spcAft>
                <a:spcPct val="0"/>
              </a:spcAft>
              <a:defRPr sz="2400">
                <a:solidFill>
                  <a:schemeClr val="tx1"/>
                </a:solidFill>
                <a:latin typeface="Times" panose="02020603050405020304" pitchFamily="18" charset="0"/>
              </a:defRPr>
            </a:lvl6pPr>
            <a:lvl7pPr marL="2959100" indent="-227013" defTabSz="909638" eaLnBrk="0" fontAlgn="base" hangingPunct="0">
              <a:spcBef>
                <a:spcPct val="0"/>
              </a:spcBef>
              <a:spcAft>
                <a:spcPct val="0"/>
              </a:spcAft>
              <a:defRPr sz="2400">
                <a:solidFill>
                  <a:schemeClr val="tx1"/>
                </a:solidFill>
                <a:latin typeface="Times" panose="02020603050405020304" pitchFamily="18" charset="0"/>
              </a:defRPr>
            </a:lvl7pPr>
            <a:lvl8pPr marL="3416300" indent="-227013" defTabSz="909638" eaLnBrk="0" fontAlgn="base" hangingPunct="0">
              <a:spcBef>
                <a:spcPct val="0"/>
              </a:spcBef>
              <a:spcAft>
                <a:spcPct val="0"/>
              </a:spcAft>
              <a:defRPr sz="2400">
                <a:solidFill>
                  <a:schemeClr val="tx1"/>
                </a:solidFill>
                <a:latin typeface="Times" panose="02020603050405020304" pitchFamily="18" charset="0"/>
              </a:defRPr>
            </a:lvl8pPr>
            <a:lvl9pPr marL="3873500" indent="-227013" defTabSz="909638" eaLnBrk="0" fontAlgn="base" hangingPunct="0">
              <a:spcBef>
                <a:spcPct val="0"/>
              </a:spcBef>
              <a:spcAft>
                <a:spcPct val="0"/>
              </a:spcAft>
              <a:defRPr sz="2400">
                <a:solidFill>
                  <a:schemeClr val="tx1"/>
                </a:solidFill>
                <a:latin typeface="Times" panose="02020603050405020304" pitchFamily="18" charset="0"/>
              </a:defRPr>
            </a:lvl9pPr>
          </a:lstStyle>
          <a:p>
            <a:pPr algn="r"/>
            <a:fld id="{E4B0A4C8-CCDF-41B7-BFB2-86178F93284F}" type="slidenum">
              <a:rPr lang="it-IT" altLang="it-IT" sz="1200"/>
              <a:pPr algn="r"/>
              <a:t>24</a:t>
            </a:fld>
            <a:endParaRPr lang="it-IT" altLang="it-IT" sz="1200"/>
          </a:p>
        </p:txBody>
      </p:sp>
      <p:sp>
        <p:nvSpPr>
          <p:cNvPr id="10243" name="Rectangle 2">
            <a:extLst>
              <a:ext uri="{FF2B5EF4-FFF2-40B4-BE49-F238E27FC236}">
                <a16:creationId xmlns:a16="http://schemas.microsoft.com/office/drawing/2014/main" id="{E7518CF7-FD76-2992-0461-E88B8CC5DF71}"/>
              </a:ext>
            </a:extLst>
          </p:cNvPr>
          <p:cNvSpPr>
            <a:spLocks noGrp="1" noRot="1" noChangeAspect="1" noChangeArrowheads="1" noTextEdit="1"/>
          </p:cNvSpPr>
          <p:nvPr>
            <p:ph type="sldImg"/>
          </p:nvPr>
        </p:nvSpPr>
        <p:spPr>
          <a:solidFill>
            <a:srgbClr val="FFFFFF"/>
          </a:solidFill>
          <a:ln/>
        </p:spPr>
        <p:txBody>
          <a:bodyPr/>
          <a:lstStyle/>
          <a:p>
            <a:endParaRPr lang="it-IT"/>
          </a:p>
        </p:txBody>
      </p:sp>
      <p:sp>
        <p:nvSpPr>
          <p:cNvPr id="10244" name="Rectangle 3">
            <a:extLst>
              <a:ext uri="{FF2B5EF4-FFF2-40B4-BE49-F238E27FC236}">
                <a16:creationId xmlns:a16="http://schemas.microsoft.com/office/drawing/2014/main" id="{9BFD5C78-9507-32AD-0633-8A238A63FBCA}"/>
              </a:ext>
            </a:extLst>
          </p:cNvPr>
          <p:cNvSpPr>
            <a:spLocks noGrp="1" noChangeArrowheads="1"/>
          </p:cNvSpPr>
          <p:nvPr>
            <p:ph type="body" idx="1"/>
          </p:nvPr>
        </p:nvSpPr>
        <p:spPr>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it-IT" altLang="it-IT">
              <a:latin typeface="Times" panose="02020603050405020304" pitchFamily="18" charset="0"/>
            </a:endParaRPr>
          </a:p>
        </p:txBody>
      </p:sp>
    </p:spTree>
    <p:extLst>
      <p:ext uri="{BB962C8B-B14F-4D97-AF65-F5344CB8AC3E}">
        <p14:creationId xmlns:p14="http://schemas.microsoft.com/office/powerpoint/2010/main" val="1080260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21806-8AD3-207E-F77A-E4474790C64D}"/>
            </a:ext>
          </a:extLst>
        </p:cNvPr>
        <p:cNvGrpSpPr/>
        <p:nvPr/>
      </p:nvGrpSpPr>
      <p:grpSpPr>
        <a:xfrm>
          <a:off x="0" y="0"/>
          <a:ext cx="0" cy="0"/>
          <a:chOff x="0" y="0"/>
          <a:chExt cx="0" cy="0"/>
        </a:xfrm>
      </p:grpSpPr>
      <p:sp>
        <p:nvSpPr>
          <p:cNvPr id="10242" name="Rectangle 7">
            <a:extLst>
              <a:ext uri="{FF2B5EF4-FFF2-40B4-BE49-F238E27FC236}">
                <a16:creationId xmlns:a16="http://schemas.microsoft.com/office/drawing/2014/main" id="{92BA1FB4-1DF2-E893-E460-FB0BD29931E4}"/>
              </a:ext>
            </a:extLst>
          </p:cNvPr>
          <p:cNvSpPr txBox="1">
            <a:spLocks noGrp="1" noChangeArrowheads="1"/>
          </p:cNvSpPr>
          <p:nvPr/>
        </p:nvSpPr>
        <p:spPr bwMode="auto">
          <a:xfrm>
            <a:off x="5475288" y="6515100"/>
            <a:ext cx="418941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891" tIns="45446" rIns="90891" bIns="45446" anchor="b"/>
          <a:lstStyle>
            <a:lvl1pPr defTabSz="909638">
              <a:defRPr sz="2400">
                <a:solidFill>
                  <a:schemeClr val="tx1"/>
                </a:solidFill>
                <a:latin typeface="Times" panose="02020603050405020304" pitchFamily="18" charset="0"/>
              </a:defRPr>
            </a:lvl1pPr>
            <a:lvl2pPr marL="738188" indent="-284163" defTabSz="909638">
              <a:defRPr sz="2400">
                <a:solidFill>
                  <a:schemeClr val="tx1"/>
                </a:solidFill>
                <a:latin typeface="Times" panose="02020603050405020304" pitchFamily="18" charset="0"/>
              </a:defRPr>
            </a:lvl2pPr>
            <a:lvl3pPr marL="1136650" indent="-227013" defTabSz="909638">
              <a:defRPr sz="2400">
                <a:solidFill>
                  <a:schemeClr val="tx1"/>
                </a:solidFill>
                <a:latin typeface="Times" panose="02020603050405020304" pitchFamily="18" charset="0"/>
              </a:defRPr>
            </a:lvl3pPr>
            <a:lvl4pPr marL="1590675" indent="-227013" defTabSz="909638">
              <a:defRPr sz="2400">
                <a:solidFill>
                  <a:schemeClr val="tx1"/>
                </a:solidFill>
                <a:latin typeface="Times" panose="02020603050405020304" pitchFamily="18" charset="0"/>
              </a:defRPr>
            </a:lvl4pPr>
            <a:lvl5pPr marL="2044700" indent="-227013" defTabSz="909638">
              <a:defRPr sz="2400">
                <a:solidFill>
                  <a:schemeClr val="tx1"/>
                </a:solidFill>
                <a:latin typeface="Times" panose="02020603050405020304" pitchFamily="18" charset="0"/>
              </a:defRPr>
            </a:lvl5pPr>
            <a:lvl6pPr marL="2501900" indent="-227013" defTabSz="909638" eaLnBrk="0" fontAlgn="base" hangingPunct="0">
              <a:spcBef>
                <a:spcPct val="0"/>
              </a:spcBef>
              <a:spcAft>
                <a:spcPct val="0"/>
              </a:spcAft>
              <a:defRPr sz="2400">
                <a:solidFill>
                  <a:schemeClr val="tx1"/>
                </a:solidFill>
                <a:latin typeface="Times" panose="02020603050405020304" pitchFamily="18" charset="0"/>
              </a:defRPr>
            </a:lvl6pPr>
            <a:lvl7pPr marL="2959100" indent="-227013" defTabSz="909638" eaLnBrk="0" fontAlgn="base" hangingPunct="0">
              <a:spcBef>
                <a:spcPct val="0"/>
              </a:spcBef>
              <a:spcAft>
                <a:spcPct val="0"/>
              </a:spcAft>
              <a:defRPr sz="2400">
                <a:solidFill>
                  <a:schemeClr val="tx1"/>
                </a:solidFill>
                <a:latin typeface="Times" panose="02020603050405020304" pitchFamily="18" charset="0"/>
              </a:defRPr>
            </a:lvl7pPr>
            <a:lvl8pPr marL="3416300" indent="-227013" defTabSz="909638" eaLnBrk="0" fontAlgn="base" hangingPunct="0">
              <a:spcBef>
                <a:spcPct val="0"/>
              </a:spcBef>
              <a:spcAft>
                <a:spcPct val="0"/>
              </a:spcAft>
              <a:defRPr sz="2400">
                <a:solidFill>
                  <a:schemeClr val="tx1"/>
                </a:solidFill>
                <a:latin typeface="Times" panose="02020603050405020304" pitchFamily="18" charset="0"/>
              </a:defRPr>
            </a:lvl8pPr>
            <a:lvl9pPr marL="3873500" indent="-227013" defTabSz="909638" eaLnBrk="0" fontAlgn="base" hangingPunct="0">
              <a:spcBef>
                <a:spcPct val="0"/>
              </a:spcBef>
              <a:spcAft>
                <a:spcPct val="0"/>
              </a:spcAft>
              <a:defRPr sz="2400">
                <a:solidFill>
                  <a:schemeClr val="tx1"/>
                </a:solidFill>
                <a:latin typeface="Times" panose="02020603050405020304" pitchFamily="18" charset="0"/>
              </a:defRPr>
            </a:lvl9pPr>
          </a:lstStyle>
          <a:p>
            <a:pPr algn="r"/>
            <a:fld id="{E4B0A4C8-CCDF-41B7-BFB2-86178F93284F}" type="slidenum">
              <a:rPr lang="it-IT" altLang="it-IT" sz="1200"/>
              <a:pPr algn="r"/>
              <a:t>25</a:t>
            </a:fld>
            <a:endParaRPr lang="it-IT" altLang="it-IT" sz="1200"/>
          </a:p>
        </p:txBody>
      </p:sp>
      <p:sp>
        <p:nvSpPr>
          <p:cNvPr id="10243" name="Rectangle 2">
            <a:extLst>
              <a:ext uri="{FF2B5EF4-FFF2-40B4-BE49-F238E27FC236}">
                <a16:creationId xmlns:a16="http://schemas.microsoft.com/office/drawing/2014/main" id="{6F472930-3FD9-B5A9-3964-8E45B648126D}"/>
              </a:ext>
            </a:extLst>
          </p:cNvPr>
          <p:cNvSpPr>
            <a:spLocks noGrp="1" noRot="1" noChangeAspect="1" noChangeArrowheads="1" noTextEdit="1"/>
          </p:cNvSpPr>
          <p:nvPr>
            <p:ph type="sldImg"/>
          </p:nvPr>
        </p:nvSpPr>
        <p:spPr>
          <a:solidFill>
            <a:srgbClr val="FFFFFF"/>
          </a:solidFill>
          <a:ln/>
        </p:spPr>
        <p:txBody>
          <a:bodyPr/>
          <a:lstStyle/>
          <a:p>
            <a:endParaRPr lang="it-IT"/>
          </a:p>
        </p:txBody>
      </p:sp>
      <p:sp>
        <p:nvSpPr>
          <p:cNvPr id="10244" name="Rectangle 3">
            <a:extLst>
              <a:ext uri="{FF2B5EF4-FFF2-40B4-BE49-F238E27FC236}">
                <a16:creationId xmlns:a16="http://schemas.microsoft.com/office/drawing/2014/main" id="{895858B9-E3B7-74EF-A1A6-EB4FE4DB96DF}"/>
              </a:ext>
            </a:extLst>
          </p:cNvPr>
          <p:cNvSpPr>
            <a:spLocks noGrp="1" noChangeArrowheads="1"/>
          </p:cNvSpPr>
          <p:nvPr>
            <p:ph type="body" idx="1"/>
          </p:nvPr>
        </p:nvSpPr>
        <p:spPr>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it-IT" altLang="it-IT">
              <a:latin typeface="Times" panose="02020603050405020304" pitchFamily="18" charset="0"/>
            </a:endParaRPr>
          </a:p>
        </p:txBody>
      </p:sp>
    </p:spTree>
    <p:extLst>
      <p:ext uri="{BB962C8B-B14F-4D97-AF65-F5344CB8AC3E}">
        <p14:creationId xmlns:p14="http://schemas.microsoft.com/office/powerpoint/2010/main" val="3584796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9D0E5-8613-A387-53BA-34A88952A53D}"/>
            </a:ext>
          </a:extLst>
        </p:cNvPr>
        <p:cNvGrpSpPr/>
        <p:nvPr/>
      </p:nvGrpSpPr>
      <p:grpSpPr>
        <a:xfrm>
          <a:off x="0" y="0"/>
          <a:ext cx="0" cy="0"/>
          <a:chOff x="0" y="0"/>
          <a:chExt cx="0" cy="0"/>
        </a:xfrm>
      </p:grpSpPr>
      <p:sp>
        <p:nvSpPr>
          <p:cNvPr id="10242" name="Rectangle 7">
            <a:extLst>
              <a:ext uri="{FF2B5EF4-FFF2-40B4-BE49-F238E27FC236}">
                <a16:creationId xmlns:a16="http://schemas.microsoft.com/office/drawing/2014/main" id="{FEB996C0-8982-EAAE-E2F7-CF18DF79EA20}"/>
              </a:ext>
            </a:extLst>
          </p:cNvPr>
          <p:cNvSpPr txBox="1">
            <a:spLocks noGrp="1" noChangeArrowheads="1"/>
          </p:cNvSpPr>
          <p:nvPr/>
        </p:nvSpPr>
        <p:spPr bwMode="auto">
          <a:xfrm>
            <a:off x="5475288" y="6515100"/>
            <a:ext cx="418941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891" tIns="45446" rIns="90891" bIns="45446" anchor="b"/>
          <a:lstStyle>
            <a:lvl1pPr defTabSz="909638">
              <a:defRPr sz="2400">
                <a:solidFill>
                  <a:schemeClr val="tx1"/>
                </a:solidFill>
                <a:latin typeface="Times" panose="02020603050405020304" pitchFamily="18" charset="0"/>
              </a:defRPr>
            </a:lvl1pPr>
            <a:lvl2pPr marL="738188" indent="-284163" defTabSz="909638">
              <a:defRPr sz="2400">
                <a:solidFill>
                  <a:schemeClr val="tx1"/>
                </a:solidFill>
                <a:latin typeface="Times" panose="02020603050405020304" pitchFamily="18" charset="0"/>
              </a:defRPr>
            </a:lvl2pPr>
            <a:lvl3pPr marL="1136650" indent="-227013" defTabSz="909638">
              <a:defRPr sz="2400">
                <a:solidFill>
                  <a:schemeClr val="tx1"/>
                </a:solidFill>
                <a:latin typeface="Times" panose="02020603050405020304" pitchFamily="18" charset="0"/>
              </a:defRPr>
            </a:lvl3pPr>
            <a:lvl4pPr marL="1590675" indent="-227013" defTabSz="909638">
              <a:defRPr sz="2400">
                <a:solidFill>
                  <a:schemeClr val="tx1"/>
                </a:solidFill>
                <a:latin typeface="Times" panose="02020603050405020304" pitchFamily="18" charset="0"/>
              </a:defRPr>
            </a:lvl4pPr>
            <a:lvl5pPr marL="2044700" indent="-227013" defTabSz="909638">
              <a:defRPr sz="2400">
                <a:solidFill>
                  <a:schemeClr val="tx1"/>
                </a:solidFill>
                <a:latin typeface="Times" panose="02020603050405020304" pitchFamily="18" charset="0"/>
              </a:defRPr>
            </a:lvl5pPr>
            <a:lvl6pPr marL="2501900" indent="-227013" defTabSz="909638" eaLnBrk="0" fontAlgn="base" hangingPunct="0">
              <a:spcBef>
                <a:spcPct val="0"/>
              </a:spcBef>
              <a:spcAft>
                <a:spcPct val="0"/>
              </a:spcAft>
              <a:defRPr sz="2400">
                <a:solidFill>
                  <a:schemeClr val="tx1"/>
                </a:solidFill>
                <a:latin typeface="Times" panose="02020603050405020304" pitchFamily="18" charset="0"/>
              </a:defRPr>
            </a:lvl6pPr>
            <a:lvl7pPr marL="2959100" indent="-227013" defTabSz="909638" eaLnBrk="0" fontAlgn="base" hangingPunct="0">
              <a:spcBef>
                <a:spcPct val="0"/>
              </a:spcBef>
              <a:spcAft>
                <a:spcPct val="0"/>
              </a:spcAft>
              <a:defRPr sz="2400">
                <a:solidFill>
                  <a:schemeClr val="tx1"/>
                </a:solidFill>
                <a:latin typeface="Times" panose="02020603050405020304" pitchFamily="18" charset="0"/>
              </a:defRPr>
            </a:lvl7pPr>
            <a:lvl8pPr marL="3416300" indent="-227013" defTabSz="909638" eaLnBrk="0" fontAlgn="base" hangingPunct="0">
              <a:spcBef>
                <a:spcPct val="0"/>
              </a:spcBef>
              <a:spcAft>
                <a:spcPct val="0"/>
              </a:spcAft>
              <a:defRPr sz="2400">
                <a:solidFill>
                  <a:schemeClr val="tx1"/>
                </a:solidFill>
                <a:latin typeface="Times" panose="02020603050405020304" pitchFamily="18" charset="0"/>
              </a:defRPr>
            </a:lvl8pPr>
            <a:lvl9pPr marL="3873500" indent="-227013" defTabSz="909638" eaLnBrk="0" fontAlgn="base" hangingPunct="0">
              <a:spcBef>
                <a:spcPct val="0"/>
              </a:spcBef>
              <a:spcAft>
                <a:spcPct val="0"/>
              </a:spcAft>
              <a:defRPr sz="2400">
                <a:solidFill>
                  <a:schemeClr val="tx1"/>
                </a:solidFill>
                <a:latin typeface="Times" panose="02020603050405020304" pitchFamily="18" charset="0"/>
              </a:defRPr>
            </a:lvl9pPr>
          </a:lstStyle>
          <a:p>
            <a:pPr algn="r"/>
            <a:fld id="{E4B0A4C8-CCDF-41B7-BFB2-86178F93284F}" type="slidenum">
              <a:rPr lang="it-IT" altLang="it-IT" sz="1200"/>
              <a:pPr algn="r"/>
              <a:t>26</a:t>
            </a:fld>
            <a:endParaRPr lang="it-IT" altLang="it-IT" sz="1200"/>
          </a:p>
        </p:txBody>
      </p:sp>
      <p:sp>
        <p:nvSpPr>
          <p:cNvPr id="10243" name="Rectangle 2">
            <a:extLst>
              <a:ext uri="{FF2B5EF4-FFF2-40B4-BE49-F238E27FC236}">
                <a16:creationId xmlns:a16="http://schemas.microsoft.com/office/drawing/2014/main" id="{96FDBA05-405C-EBCD-4B91-6EF732DC4840}"/>
              </a:ext>
            </a:extLst>
          </p:cNvPr>
          <p:cNvSpPr>
            <a:spLocks noGrp="1" noRot="1" noChangeAspect="1" noChangeArrowheads="1" noTextEdit="1"/>
          </p:cNvSpPr>
          <p:nvPr>
            <p:ph type="sldImg"/>
          </p:nvPr>
        </p:nvSpPr>
        <p:spPr>
          <a:solidFill>
            <a:srgbClr val="FFFFFF"/>
          </a:solidFill>
          <a:ln/>
        </p:spPr>
        <p:txBody>
          <a:bodyPr/>
          <a:lstStyle/>
          <a:p>
            <a:endParaRPr lang="it-IT"/>
          </a:p>
        </p:txBody>
      </p:sp>
      <p:sp>
        <p:nvSpPr>
          <p:cNvPr id="10244" name="Rectangle 3">
            <a:extLst>
              <a:ext uri="{FF2B5EF4-FFF2-40B4-BE49-F238E27FC236}">
                <a16:creationId xmlns:a16="http://schemas.microsoft.com/office/drawing/2014/main" id="{C7A2871C-F927-B2A8-775B-32D05FD6AAF9}"/>
              </a:ext>
            </a:extLst>
          </p:cNvPr>
          <p:cNvSpPr>
            <a:spLocks noGrp="1" noChangeArrowheads="1"/>
          </p:cNvSpPr>
          <p:nvPr>
            <p:ph type="body" idx="1"/>
          </p:nvPr>
        </p:nvSpPr>
        <p:spPr>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it-IT" altLang="it-IT">
              <a:latin typeface="Times" panose="02020603050405020304" pitchFamily="18" charset="0"/>
            </a:endParaRPr>
          </a:p>
        </p:txBody>
      </p:sp>
    </p:spTree>
    <p:extLst>
      <p:ext uri="{BB962C8B-B14F-4D97-AF65-F5344CB8AC3E}">
        <p14:creationId xmlns:p14="http://schemas.microsoft.com/office/powerpoint/2010/main" val="11891354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8D4D5-CEBE-15AB-B3B8-CE27A4DE194D}"/>
            </a:ext>
          </a:extLst>
        </p:cNvPr>
        <p:cNvGrpSpPr/>
        <p:nvPr/>
      </p:nvGrpSpPr>
      <p:grpSpPr>
        <a:xfrm>
          <a:off x="0" y="0"/>
          <a:ext cx="0" cy="0"/>
          <a:chOff x="0" y="0"/>
          <a:chExt cx="0" cy="0"/>
        </a:xfrm>
      </p:grpSpPr>
      <p:sp>
        <p:nvSpPr>
          <p:cNvPr id="10242" name="Rectangle 7">
            <a:extLst>
              <a:ext uri="{FF2B5EF4-FFF2-40B4-BE49-F238E27FC236}">
                <a16:creationId xmlns:a16="http://schemas.microsoft.com/office/drawing/2014/main" id="{3F6E6BB1-3656-37BD-982D-DBC03D4570E2}"/>
              </a:ext>
            </a:extLst>
          </p:cNvPr>
          <p:cNvSpPr txBox="1">
            <a:spLocks noGrp="1" noChangeArrowheads="1"/>
          </p:cNvSpPr>
          <p:nvPr/>
        </p:nvSpPr>
        <p:spPr bwMode="auto">
          <a:xfrm>
            <a:off x="5475288" y="6515100"/>
            <a:ext cx="418941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891" tIns="45446" rIns="90891" bIns="45446" anchor="b"/>
          <a:lstStyle>
            <a:lvl1pPr defTabSz="909638">
              <a:defRPr sz="2400">
                <a:solidFill>
                  <a:schemeClr val="tx1"/>
                </a:solidFill>
                <a:latin typeface="Times" panose="02020603050405020304" pitchFamily="18" charset="0"/>
              </a:defRPr>
            </a:lvl1pPr>
            <a:lvl2pPr marL="738188" indent="-284163" defTabSz="909638">
              <a:defRPr sz="2400">
                <a:solidFill>
                  <a:schemeClr val="tx1"/>
                </a:solidFill>
                <a:latin typeface="Times" panose="02020603050405020304" pitchFamily="18" charset="0"/>
              </a:defRPr>
            </a:lvl2pPr>
            <a:lvl3pPr marL="1136650" indent="-227013" defTabSz="909638">
              <a:defRPr sz="2400">
                <a:solidFill>
                  <a:schemeClr val="tx1"/>
                </a:solidFill>
                <a:latin typeface="Times" panose="02020603050405020304" pitchFamily="18" charset="0"/>
              </a:defRPr>
            </a:lvl3pPr>
            <a:lvl4pPr marL="1590675" indent="-227013" defTabSz="909638">
              <a:defRPr sz="2400">
                <a:solidFill>
                  <a:schemeClr val="tx1"/>
                </a:solidFill>
                <a:latin typeface="Times" panose="02020603050405020304" pitchFamily="18" charset="0"/>
              </a:defRPr>
            </a:lvl4pPr>
            <a:lvl5pPr marL="2044700" indent="-227013" defTabSz="909638">
              <a:defRPr sz="2400">
                <a:solidFill>
                  <a:schemeClr val="tx1"/>
                </a:solidFill>
                <a:latin typeface="Times" panose="02020603050405020304" pitchFamily="18" charset="0"/>
              </a:defRPr>
            </a:lvl5pPr>
            <a:lvl6pPr marL="2501900" indent="-227013" defTabSz="909638" eaLnBrk="0" fontAlgn="base" hangingPunct="0">
              <a:spcBef>
                <a:spcPct val="0"/>
              </a:spcBef>
              <a:spcAft>
                <a:spcPct val="0"/>
              </a:spcAft>
              <a:defRPr sz="2400">
                <a:solidFill>
                  <a:schemeClr val="tx1"/>
                </a:solidFill>
                <a:latin typeface="Times" panose="02020603050405020304" pitchFamily="18" charset="0"/>
              </a:defRPr>
            </a:lvl6pPr>
            <a:lvl7pPr marL="2959100" indent="-227013" defTabSz="909638" eaLnBrk="0" fontAlgn="base" hangingPunct="0">
              <a:spcBef>
                <a:spcPct val="0"/>
              </a:spcBef>
              <a:spcAft>
                <a:spcPct val="0"/>
              </a:spcAft>
              <a:defRPr sz="2400">
                <a:solidFill>
                  <a:schemeClr val="tx1"/>
                </a:solidFill>
                <a:latin typeface="Times" panose="02020603050405020304" pitchFamily="18" charset="0"/>
              </a:defRPr>
            </a:lvl7pPr>
            <a:lvl8pPr marL="3416300" indent="-227013" defTabSz="909638" eaLnBrk="0" fontAlgn="base" hangingPunct="0">
              <a:spcBef>
                <a:spcPct val="0"/>
              </a:spcBef>
              <a:spcAft>
                <a:spcPct val="0"/>
              </a:spcAft>
              <a:defRPr sz="2400">
                <a:solidFill>
                  <a:schemeClr val="tx1"/>
                </a:solidFill>
                <a:latin typeface="Times" panose="02020603050405020304" pitchFamily="18" charset="0"/>
              </a:defRPr>
            </a:lvl8pPr>
            <a:lvl9pPr marL="3873500" indent="-227013" defTabSz="909638" eaLnBrk="0" fontAlgn="base" hangingPunct="0">
              <a:spcBef>
                <a:spcPct val="0"/>
              </a:spcBef>
              <a:spcAft>
                <a:spcPct val="0"/>
              </a:spcAft>
              <a:defRPr sz="2400">
                <a:solidFill>
                  <a:schemeClr val="tx1"/>
                </a:solidFill>
                <a:latin typeface="Times" panose="02020603050405020304" pitchFamily="18" charset="0"/>
              </a:defRPr>
            </a:lvl9pPr>
          </a:lstStyle>
          <a:p>
            <a:pPr algn="r"/>
            <a:fld id="{E4B0A4C8-CCDF-41B7-BFB2-86178F93284F}" type="slidenum">
              <a:rPr lang="it-IT" altLang="it-IT" sz="1200"/>
              <a:pPr algn="r"/>
              <a:t>27</a:t>
            </a:fld>
            <a:endParaRPr lang="it-IT" altLang="it-IT" sz="1200"/>
          </a:p>
        </p:txBody>
      </p:sp>
      <p:sp>
        <p:nvSpPr>
          <p:cNvPr id="10243" name="Rectangle 2">
            <a:extLst>
              <a:ext uri="{FF2B5EF4-FFF2-40B4-BE49-F238E27FC236}">
                <a16:creationId xmlns:a16="http://schemas.microsoft.com/office/drawing/2014/main" id="{D6A430A9-ECDC-D242-DBFF-E6C924F8CA3E}"/>
              </a:ext>
            </a:extLst>
          </p:cNvPr>
          <p:cNvSpPr>
            <a:spLocks noGrp="1" noRot="1" noChangeAspect="1" noChangeArrowheads="1" noTextEdit="1"/>
          </p:cNvSpPr>
          <p:nvPr>
            <p:ph type="sldImg"/>
          </p:nvPr>
        </p:nvSpPr>
        <p:spPr>
          <a:solidFill>
            <a:srgbClr val="FFFFFF"/>
          </a:solidFill>
          <a:ln/>
        </p:spPr>
        <p:txBody>
          <a:bodyPr/>
          <a:lstStyle/>
          <a:p>
            <a:endParaRPr lang="it-IT"/>
          </a:p>
        </p:txBody>
      </p:sp>
      <p:sp>
        <p:nvSpPr>
          <p:cNvPr id="10244" name="Rectangle 3">
            <a:extLst>
              <a:ext uri="{FF2B5EF4-FFF2-40B4-BE49-F238E27FC236}">
                <a16:creationId xmlns:a16="http://schemas.microsoft.com/office/drawing/2014/main" id="{0CC96745-E919-5771-D04B-63AD3CB5F728}"/>
              </a:ext>
            </a:extLst>
          </p:cNvPr>
          <p:cNvSpPr>
            <a:spLocks noGrp="1" noChangeArrowheads="1"/>
          </p:cNvSpPr>
          <p:nvPr>
            <p:ph type="body" idx="1"/>
          </p:nvPr>
        </p:nvSpPr>
        <p:spPr>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it-IT" altLang="it-IT">
              <a:latin typeface="Times" panose="02020603050405020304" pitchFamily="18" charset="0"/>
            </a:endParaRPr>
          </a:p>
        </p:txBody>
      </p:sp>
    </p:spTree>
    <p:extLst>
      <p:ext uri="{BB962C8B-B14F-4D97-AF65-F5344CB8AC3E}">
        <p14:creationId xmlns:p14="http://schemas.microsoft.com/office/powerpoint/2010/main" val="35687799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9E517-F6E7-D54B-913B-FA0E0C69A87C}"/>
            </a:ext>
          </a:extLst>
        </p:cNvPr>
        <p:cNvGrpSpPr/>
        <p:nvPr/>
      </p:nvGrpSpPr>
      <p:grpSpPr>
        <a:xfrm>
          <a:off x="0" y="0"/>
          <a:ext cx="0" cy="0"/>
          <a:chOff x="0" y="0"/>
          <a:chExt cx="0" cy="0"/>
        </a:xfrm>
      </p:grpSpPr>
      <p:sp>
        <p:nvSpPr>
          <p:cNvPr id="10242" name="Rectangle 7">
            <a:extLst>
              <a:ext uri="{FF2B5EF4-FFF2-40B4-BE49-F238E27FC236}">
                <a16:creationId xmlns:a16="http://schemas.microsoft.com/office/drawing/2014/main" id="{4ED5FE1A-F4BB-41C7-BD1E-72F7C3406227}"/>
              </a:ext>
            </a:extLst>
          </p:cNvPr>
          <p:cNvSpPr txBox="1">
            <a:spLocks noGrp="1" noChangeArrowheads="1"/>
          </p:cNvSpPr>
          <p:nvPr/>
        </p:nvSpPr>
        <p:spPr bwMode="auto">
          <a:xfrm>
            <a:off x="5475288" y="6515100"/>
            <a:ext cx="418941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891" tIns="45446" rIns="90891" bIns="45446" anchor="b"/>
          <a:lstStyle>
            <a:lvl1pPr defTabSz="909638">
              <a:defRPr sz="2400">
                <a:solidFill>
                  <a:schemeClr val="tx1"/>
                </a:solidFill>
                <a:latin typeface="Times" panose="02020603050405020304" pitchFamily="18" charset="0"/>
              </a:defRPr>
            </a:lvl1pPr>
            <a:lvl2pPr marL="738188" indent="-284163" defTabSz="909638">
              <a:defRPr sz="2400">
                <a:solidFill>
                  <a:schemeClr val="tx1"/>
                </a:solidFill>
                <a:latin typeface="Times" panose="02020603050405020304" pitchFamily="18" charset="0"/>
              </a:defRPr>
            </a:lvl2pPr>
            <a:lvl3pPr marL="1136650" indent="-227013" defTabSz="909638">
              <a:defRPr sz="2400">
                <a:solidFill>
                  <a:schemeClr val="tx1"/>
                </a:solidFill>
                <a:latin typeface="Times" panose="02020603050405020304" pitchFamily="18" charset="0"/>
              </a:defRPr>
            </a:lvl3pPr>
            <a:lvl4pPr marL="1590675" indent="-227013" defTabSz="909638">
              <a:defRPr sz="2400">
                <a:solidFill>
                  <a:schemeClr val="tx1"/>
                </a:solidFill>
                <a:latin typeface="Times" panose="02020603050405020304" pitchFamily="18" charset="0"/>
              </a:defRPr>
            </a:lvl4pPr>
            <a:lvl5pPr marL="2044700" indent="-227013" defTabSz="909638">
              <a:defRPr sz="2400">
                <a:solidFill>
                  <a:schemeClr val="tx1"/>
                </a:solidFill>
                <a:latin typeface="Times" panose="02020603050405020304" pitchFamily="18" charset="0"/>
              </a:defRPr>
            </a:lvl5pPr>
            <a:lvl6pPr marL="2501900" indent="-227013" defTabSz="909638" eaLnBrk="0" fontAlgn="base" hangingPunct="0">
              <a:spcBef>
                <a:spcPct val="0"/>
              </a:spcBef>
              <a:spcAft>
                <a:spcPct val="0"/>
              </a:spcAft>
              <a:defRPr sz="2400">
                <a:solidFill>
                  <a:schemeClr val="tx1"/>
                </a:solidFill>
                <a:latin typeface="Times" panose="02020603050405020304" pitchFamily="18" charset="0"/>
              </a:defRPr>
            </a:lvl6pPr>
            <a:lvl7pPr marL="2959100" indent="-227013" defTabSz="909638" eaLnBrk="0" fontAlgn="base" hangingPunct="0">
              <a:spcBef>
                <a:spcPct val="0"/>
              </a:spcBef>
              <a:spcAft>
                <a:spcPct val="0"/>
              </a:spcAft>
              <a:defRPr sz="2400">
                <a:solidFill>
                  <a:schemeClr val="tx1"/>
                </a:solidFill>
                <a:latin typeface="Times" panose="02020603050405020304" pitchFamily="18" charset="0"/>
              </a:defRPr>
            </a:lvl7pPr>
            <a:lvl8pPr marL="3416300" indent="-227013" defTabSz="909638" eaLnBrk="0" fontAlgn="base" hangingPunct="0">
              <a:spcBef>
                <a:spcPct val="0"/>
              </a:spcBef>
              <a:spcAft>
                <a:spcPct val="0"/>
              </a:spcAft>
              <a:defRPr sz="2400">
                <a:solidFill>
                  <a:schemeClr val="tx1"/>
                </a:solidFill>
                <a:latin typeface="Times" panose="02020603050405020304" pitchFamily="18" charset="0"/>
              </a:defRPr>
            </a:lvl8pPr>
            <a:lvl9pPr marL="3873500" indent="-227013" defTabSz="909638" eaLnBrk="0" fontAlgn="base" hangingPunct="0">
              <a:spcBef>
                <a:spcPct val="0"/>
              </a:spcBef>
              <a:spcAft>
                <a:spcPct val="0"/>
              </a:spcAft>
              <a:defRPr sz="2400">
                <a:solidFill>
                  <a:schemeClr val="tx1"/>
                </a:solidFill>
                <a:latin typeface="Times" panose="02020603050405020304" pitchFamily="18" charset="0"/>
              </a:defRPr>
            </a:lvl9pPr>
          </a:lstStyle>
          <a:p>
            <a:pPr algn="r"/>
            <a:fld id="{E4B0A4C8-CCDF-41B7-BFB2-86178F93284F}" type="slidenum">
              <a:rPr lang="it-IT" altLang="it-IT" sz="1200"/>
              <a:pPr algn="r"/>
              <a:t>29</a:t>
            </a:fld>
            <a:endParaRPr lang="it-IT" altLang="it-IT" sz="1200"/>
          </a:p>
        </p:txBody>
      </p:sp>
      <p:sp>
        <p:nvSpPr>
          <p:cNvPr id="10243" name="Rectangle 2">
            <a:extLst>
              <a:ext uri="{FF2B5EF4-FFF2-40B4-BE49-F238E27FC236}">
                <a16:creationId xmlns:a16="http://schemas.microsoft.com/office/drawing/2014/main" id="{81E6C411-4EAC-EB8A-E124-B73BE6E4B5E7}"/>
              </a:ext>
            </a:extLst>
          </p:cNvPr>
          <p:cNvSpPr>
            <a:spLocks noGrp="1" noRot="1" noChangeAspect="1" noChangeArrowheads="1" noTextEdit="1"/>
          </p:cNvSpPr>
          <p:nvPr>
            <p:ph type="sldImg"/>
          </p:nvPr>
        </p:nvSpPr>
        <p:spPr>
          <a:solidFill>
            <a:srgbClr val="FFFFFF"/>
          </a:solidFill>
          <a:ln/>
        </p:spPr>
        <p:txBody>
          <a:bodyPr/>
          <a:lstStyle/>
          <a:p>
            <a:endParaRPr lang="it-IT"/>
          </a:p>
        </p:txBody>
      </p:sp>
      <p:sp>
        <p:nvSpPr>
          <p:cNvPr id="10244" name="Rectangle 3">
            <a:extLst>
              <a:ext uri="{FF2B5EF4-FFF2-40B4-BE49-F238E27FC236}">
                <a16:creationId xmlns:a16="http://schemas.microsoft.com/office/drawing/2014/main" id="{AD7974D9-4F13-54ED-AF5A-3A51E05D9113}"/>
              </a:ext>
            </a:extLst>
          </p:cNvPr>
          <p:cNvSpPr>
            <a:spLocks noGrp="1" noChangeArrowheads="1"/>
          </p:cNvSpPr>
          <p:nvPr>
            <p:ph type="body" idx="1"/>
          </p:nvPr>
        </p:nvSpPr>
        <p:spPr>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it-IT" altLang="it-IT">
              <a:latin typeface="Times" panose="02020603050405020304" pitchFamily="18" charset="0"/>
            </a:endParaRPr>
          </a:p>
        </p:txBody>
      </p:sp>
    </p:spTree>
    <p:extLst>
      <p:ext uri="{BB962C8B-B14F-4D97-AF65-F5344CB8AC3E}">
        <p14:creationId xmlns:p14="http://schemas.microsoft.com/office/powerpoint/2010/main" val="406710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7" name="Rettangolo 4">
            <a:extLst>
              <a:ext uri="{FF2B5EF4-FFF2-40B4-BE49-F238E27FC236}">
                <a16:creationId xmlns:a16="http://schemas.microsoft.com/office/drawing/2014/main" id="{3BD8CE99-8084-28C7-3656-C08C8962605F}"/>
              </a:ext>
            </a:extLst>
          </p:cNvPr>
          <p:cNvSpPr/>
          <p:nvPr userDrawn="1"/>
        </p:nvSpPr>
        <p:spPr>
          <a:xfrm>
            <a:off x="0" y="2167759"/>
            <a:ext cx="12192000" cy="3981371"/>
          </a:xfrm>
          <a:prstGeom prst="rect">
            <a:avLst/>
          </a:prstGeom>
          <a:solidFill>
            <a:srgbClr val="002C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7A739DD1-A1C1-4C92-A68E-E40C9900F914}"/>
              </a:ext>
            </a:extLst>
          </p:cNvPr>
          <p:cNvSpPr>
            <a:spLocks noGrp="1"/>
          </p:cNvSpPr>
          <p:nvPr>
            <p:ph type="ctrTitle" hasCustomPrompt="1"/>
          </p:nvPr>
        </p:nvSpPr>
        <p:spPr>
          <a:xfrm>
            <a:off x="1524000" y="2441359"/>
            <a:ext cx="9144000" cy="1068604"/>
          </a:xfrm>
        </p:spPr>
        <p:txBody>
          <a:bodyPr anchor="b"/>
          <a:lstStyle>
            <a:lvl1pPr algn="ctr">
              <a:defRPr sz="6000">
                <a:solidFill>
                  <a:schemeClr val="bg1"/>
                </a:solidFill>
              </a:defRPr>
            </a:lvl1pPr>
          </a:lstStyle>
          <a:p>
            <a:r>
              <a:rPr lang="it-IT" dirty="0"/>
              <a:t>Fare clic per</a:t>
            </a:r>
            <a:endParaRPr lang="en-US" dirty="0"/>
          </a:p>
        </p:txBody>
      </p:sp>
      <p:sp>
        <p:nvSpPr>
          <p:cNvPr id="3" name="Sottotitolo 2">
            <a:extLst>
              <a:ext uri="{FF2B5EF4-FFF2-40B4-BE49-F238E27FC236}">
                <a16:creationId xmlns:a16="http://schemas.microsoft.com/office/drawing/2014/main" id="{1CEDE420-FE01-46FE-BF26-54F0BF95EA08}"/>
              </a:ext>
            </a:extLst>
          </p:cNvPr>
          <p:cNvSpPr>
            <a:spLocks noGrp="1"/>
          </p:cNvSpPr>
          <p:nvPr>
            <p:ph type="subTitle" idx="1" hasCustomPrompt="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Fare clic per modificare lo stile del sottotitolo dello schema</a:t>
            </a:r>
            <a:endParaRPr lang="en-US" dirty="0"/>
          </a:p>
        </p:txBody>
      </p:sp>
      <p:sp>
        <p:nvSpPr>
          <p:cNvPr id="4" name="Segnaposto data 3">
            <a:extLst>
              <a:ext uri="{FF2B5EF4-FFF2-40B4-BE49-F238E27FC236}">
                <a16:creationId xmlns:a16="http://schemas.microsoft.com/office/drawing/2014/main" id="{F9908AA3-9092-4D49-904B-BF00CA803C35}"/>
              </a:ext>
            </a:extLst>
          </p:cNvPr>
          <p:cNvSpPr>
            <a:spLocks noGrp="1"/>
          </p:cNvSpPr>
          <p:nvPr>
            <p:ph type="dt" sz="half" idx="10"/>
          </p:nvPr>
        </p:nvSpPr>
        <p:spPr/>
        <p:txBody>
          <a:bodyPr/>
          <a:lstStyle/>
          <a:p>
            <a:r>
              <a:rPr lang="en-US"/>
              <a:t>3/19/2026</a:t>
            </a:r>
          </a:p>
        </p:txBody>
      </p:sp>
      <p:sp>
        <p:nvSpPr>
          <p:cNvPr id="5" name="Segnaposto piè di pagina 4">
            <a:extLst>
              <a:ext uri="{FF2B5EF4-FFF2-40B4-BE49-F238E27FC236}">
                <a16:creationId xmlns:a16="http://schemas.microsoft.com/office/drawing/2014/main" id="{99F02FCF-3FDD-4509-B7B9-F8421F70E2F2}"/>
              </a:ext>
            </a:extLst>
          </p:cNvPr>
          <p:cNvSpPr>
            <a:spLocks noGrp="1"/>
          </p:cNvSpPr>
          <p:nvPr>
            <p:ph type="ftr" sz="quarter" idx="11"/>
          </p:nvPr>
        </p:nvSpPr>
        <p:spPr/>
        <p:txBody>
          <a:bodyPr/>
          <a:lstStyle/>
          <a:p>
            <a:r>
              <a:rPr lang="en-US"/>
              <a:t>PLAN4ARI-FISA24-00099 Crugliasco (TO)</a:t>
            </a:r>
          </a:p>
        </p:txBody>
      </p:sp>
      <p:sp>
        <p:nvSpPr>
          <p:cNvPr id="6" name="Segnaposto numero diapositiva 5">
            <a:extLst>
              <a:ext uri="{FF2B5EF4-FFF2-40B4-BE49-F238E27FC236}">
                <a16:creationId xmlns:a16="http://schemas.microsoft.com/office/drawing/2014/main" id="{5D517DA4-78C4-45DF-B719-EB1FF4D463B2}"/>
              </a:ext>
            </a:extLst>
          </p:cNvPr>
          <p:cNvSpPr>
            <a:spLocks noGrp="1"/>
          </p:cNvSpPr>
          <p:nvPr>
            <p:ph type="sldNum" sz="quarter" idx="12"/>
          </p:nvPr>
        </p:nvSpPr>
        <p:spPr/>
        <p:txBody>
          <a:bodyPr/>
          <a:lstStyle/>
          <a:p>
            <a:fld id="{D67EB81F-4DFB-4028-A191-72B91FC75F55}" type="slidenum">
              <a:rPr lang="en-US" smtClean="0"/>
              <a:t>‹#›</a:t>
            </a:fld>
            <a:endParaRPr lang="en-US"/>
          </a:p>
        </p:txBody>
      </p:sp>
    </p:spTree>
    <p:extLst>
      <p:ext uri="{BB962C8B-B14F-4D97-AF65-F5344CB8AC3E}">
        <p14:creationId xmlns:p14="http://schemas.microsoft.com/office/powerpoint/2010/main" val="4090771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7858A74-DDB2-4124-A1D1-D43D4F385837}"/>
              </a:ext>
            </a:extLst>
          </p:cNvPr>
          <p:cNvSpPr>
            <a:spLocks noGrp="1"/>
          </p:cNvSpPr>
          <p:nvPr>
            <p:ph type="title"/>
          </p:nvPr>
        </p:nvSpPr>
        <p:spPr/>
        <p:txBody>
          <a:bodyPr/>
          <a:lstStyle/>
          <a:p>
            <a:r>
              <a:rPr lang="it-IT"/>
              <a:t>Fare clic per modificare lo stile del titolo dello schema</a:t>
            </a:r>
            <a:endParaRPr lang="en-US"/>
          </a:p>
        </p:txBody>
      </p:sp>
      <p:sp>
        <p:nvSpPr>
          <p:cNvPr id="3" name="Segnaposto contenuto 2">
            <a:extLst>
              <a:ext uri="{FF2B5EF4-FFF2-40B4-BE49-F238E27FC236}">
                <a16:creationId xmlns:a16="http://schemas.microsoft.com/office/drawing/2014/main" id="{A1F0B677-0C47-4600-9E88-560D34667FB9}"/>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data 3">
            <a:extLst>
              <a:ext uri="{FF2B5EF4-FFF2-40B4-BE49-F238E27FC236}">
                <a16:creationId xmlns:a16="http://schemas.microsoft.com/office/drawing/2014/main" id="{6BCC31DC-F58C-473B-AA74-1E60E96918A3}"/>
              </a:ext>
            </a:extLst>
          </p:cNvPr>
          <p:cNvSpPr>
            <a:spLocks noGrp="1"/>
          </p:cNvSpPr>
          <p:nvPr>
            <p:ph type="dt" sz="half" idx="10"/>
          </p:nvPr>
        </p:nvSpPr>
        <p:spPr/>
        <p:txBody>
          <a:bodyPr/>
          <a:lstStyle/>
          <a:p>
            <a:r>
              <a:rPr lang="en-US"/>
              <a:t>3/19/2026</a:t>
            </a:r>
          </a:p>
        </p:txBody>
      </p:sp>
      <p:sp>
        <p:nvSpPr>
          <p:cNvPr id="5" name="Segnaposto piè di pagina 4">
            <a:extLst>
              <a:ext uri="{FF2B5EF4-FFF2-40B4-BE49-F238E27FC236}">
                <a16:creationId xmlns:a16="http://schemas.microsoft.com/office/drawing/2014/main" id="{D4038320-141D-42D3-BDD6-02BC2DAAC8E9}"/>
              </a:ext>
            </a:extLst>
          </p:cNvPr>
          <p:cNvSpPr>
            <a:spLocks noGrp="1"/>
          </p:cNvSpPr>
          <p:nvPr>
            <p:ph type="ftr" sz="quarter" idx="11"/>
          </p:nvPr>
        </p:nvSpPr>
        <p:spPr/>
        <p:txBody>
          <a:bodyPr/>
          <a:lstStyle/>
          <a:p>
            <a:r>
              <a:rPr lang="en-US"/>
              <a:t>PLAN4ARI-FISA24-00099 Crugliasco (TO)</a:t>
            </a:r>
          </a:p>
        </p:txBody>
      </p:sp>
      <p:sp>
        <p:nvSpPr>
          <p:cNvPr id="6" name="Segnaposto numero diapositiva 5">
            <a:extLst>
              <a:ext uri="{FF2B5EF4-FFF2-40B4-BE49-F238E27FC236}">
                <a16:creationId xmlns:a16="http://schemas.microsoft.com/office/drawing/2014/main" id="{3537A1C8-40BA-42B3-92FC-343EF68DDD6F}"/>
              </a:ext>
            </a:extLst>
          </p:cNvPr>
          <p:cNvSpPr>
            <a:spLocks noGrp="1"/>
          </p:cNvSpPr>
          <p:nvPr>
            <p:ph type="sldNum" sz="quarter" idx="12"/>
          </p:nvPr>
        </p:nvSpPr>
        <p:spPr/>
        <p:txBody>
          <a:bodyPr/>
          <a:lstStyle/>
          <a:p>
            <a:fld id="{D67EB81F-4DFB-4028-A191-72B91FC75F55}" type="slidenum">
              <a:rPr lang="en-US" smtClean="0"/>
              <a:t>‹#›</a:t>
            </a:fld>
            <a:endParaRPr lang="en-US"/>
          </a:p>
        </p:txBody>
      </p:sp>
    </p:spTree>
    <p:extLst>
      <p:ext uri="{BB962C8B-B14F-4D97-AF65-F5344CB8AC3E}">
        <p14:creationId xmlns:p14="http://schemas.microsoft.com/office/powerpoint/2010/main" val="2235131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BB05AA-7C04-4CAF-AE3F-209C0CBA0FB7}"/>
              </a:ext>
            </a:extLst>
          </p:cNvPr>
          <p:cNvSpPr>
            <a:spLocks noGrp="1"/>
          </p:cNvSpPr>
          <p:nvPr>
            <p:ph type="title" hasCustomPrompt="1"/>
          </p:nvPr>
        </p:nvSpPr>
        <p:spPr>
          <a:xfrm>
            <a:off x="831850" y="1709738"/>
            <a:ext cx="10515600" cy="2852737"/>
          </a:xfrm>
        </p:spPr>
        <p:txBody>
          <a:bodyPr anchor="b"/>
          <a:lstStyle>
            <a:lvl1pPr>
              <a:defRPr sz="6000">
                <a:solidFill>
                  <a:srgbClr val="002060"/>
                </a:solidFill>
              </a:defRPr>
            </a:lvl1pPr>
          </a:lstStyle>
          <a:p>
            <a:r>
              <a:rPr lang="it-IT"/>
              <a:t>Fare clic per modificare lo stile del titolo dello schema</a:t>
            </a:r>
            <a:endParaRPr lang="en-US"/>
          </a:p>
        </p:txBody>
      </p:sp>
      <p:sp>
        <p:nvSpPr>
          <p:cNvPr id="3" name="Segnaposto testo 2">
            <a:extLst>
              <a:ext uri="{FF2B5EF4-FFF2-40B4-BE49-F238E27FC236}">
                <a16:creationId xmlns:a16="http://schemas.microsoft.com/office/drawing/2014/main" id="{DBEBCDBA-EAF6-4271-BA99-E43EA0D675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A8E6B107-4EE1-4ABC-B162-3DA9011146C7}"/>
              </a:ext>
            </a:extLst>
          </p:cNvPr>
          <p:cNvSpPr>
            <a:spLocks noGrp="1"/>
          </p:cNvSpPr>
          <p:nvPr>
            <p:ph type="dt" sz="half" idx="10"/>
          </p:nvPr>
        </p:nvSpPr>
        <p:spPr/>
        <p:txBody>
          <a:bodyPr/>
          <a:lstStyle/>
          <a:p>
            <a:r>
              <a:rPr lang="en-US"/>
              <a:t>3/19/2026</a:t>
            </a:r>
          </a:p>
        </p:txBody>
      </p:sp>
      <p:sp>
        <p:nvSpPr>
          <p:cNvPr id="5" name="Segnaposto piè di pagina 4">
            <a:extLst>
              <a:ext uri="{FF2B5EF4-FFF2-40B4-BE49-F238E27FC236}">
                <a16:creationId xmlns:a16="http://schemas.microsoft.com/office/drawing/2014/main" id="{983D69DE-C02A-4833-B632-73834E96CD52}"/>
              </a:ext>
            </a:extLst>
          </p:cNvPr>
          <p:cNvSpPr>
            <a:spLocks noGrp="1"/>
          </p:cNvSpPr>
          <p:nvPr>
            <p:ph type="ftr" sz="quarter" idx="11"/>
          </p:nvPr>
        </p:nvSpPr>
        <p:spPr/>
        <p:txBody>
          <a:bodyPr/>
          <a:lstStyle/>
          <a:p>
            <a:r>
              <a:rPr lang="en-US"/>
              <a:t>PLAN4ARI-FISA24-00099 Crugliasco (TO)</a:t>
            </a:r>
          </a:p>
        </p:txBody>
      </p:sp>
      <p:sp>
        <p:nvSpPr>
          <p:cNvPr id="6" name="Segnaposto numero diapositiva 5">
            <a:extLst>
              <a:ext uri="{FF2B5EF4-FFF2-40B4-BE49-F238E27FC236}">
                <a16:creationId xmlns:a16="http://schemas.microsoft.com/office/drawing/2014/main" id="{165583F3-0D4D-41F7-BDAA-1553E5C6A773}"/>
              </a:ext>
            </a:extLst>
          </p:cNvPr>
          <p:cNvSpPr>
            <a:spLocks noGrp="1"/>
          </p:cNvSpPr>
          <p:nvPr>
            <p:ph type="sldNum" sz="quarter" idx="12"/>
          </p:nvPr>
        </p:nvSpPr>
        <p:spPr/>
        <p:txBody>
          <a:bodyPr/>
          <a:lstStyle/>
          <a:p>
            <a:fld id="{D67EB81F-4DFB-4028-A191-72B91FC75F55}" type="slidenum">
              <a:rPr lang="en-US" smtClean="0"/>
              <a:t>‹#›</a:t>
            </a:fld>
            <a:endParaRPr lang="en-US"/>
          </a:p>
        </p:txBody>
      </p:sp>
    </p:spTree>
    <p:extLst>
      <p:ext uri="{BB962C8B-B14F-4D97-AF65-F5344CB8AC3E}">
        <p14:creationId xmlns:p14="http://schemas.microsoft.com/office/powerpoint/2010/main" val="2098881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46766E-C5FD-4053-9690-F64AB79571DA}"/>
              </a:ext>
            </a:extLst>
          </p:cNvPr>
          <p:cNvSpPr>
            <a:spLocks noGrp="1"/>
          </p:cNvSpPr>
          <p:nvPr>
            <p:ph type="title"/>
          </p:nvPr>
        </p:nvSpPr>
        <p:spPr/>
        <p:txBody>
          <a:bodyPr/>
          <a:lstStyle/>
          <a:p>
            <a:r>
              <a:rPr lang="it-IT"/>
              <a:t>Fare clic per modificare lo stile del titolo dello schema</a:t>
            </a:r>
            <a:endParaRPr lang="en-US"/>
          </a:p>
        </p:txBody>
      </p:sp>
      <p:sp>
        <p:nvSpPr>
          <p:cNvPr id="3" name="Segnaposto contenuto 2">
            <a:extLst>
              <a:ext uri="{FF2B5EF4-FFF2-40B4-BE49-F238E27FC236}">
                <a16:creationId xmlns:a16="http://schemas.microsoft.com/office/drawing/2014/main" id="{06ED8BA3-F46A-45B3-AEFF-882338EBECC9}"/>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contenuto 3">
            <a:extLst>
              <a:ext uri="{FF2B5EF4-FFF2-40B4-BE49-F238E27FC236}">
                <a16:creationId xmlns:a16="http://schemas.microsoft.com/office/drawing/2014/main" id="{48E6BEE0-353C-4A9C-B5F2-1A6F03789AB9}"/>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Segnaposto data 4">
            <a:extLst>
              <a:ext uri="{FF2B5EF4-FFF2-40B4-BE49-F238E27FC236}">
                <a16:creationId xmlns:a16="http://schemas.microsoft.com/office/drawing/2014/main" id="{98A6A069-2317-48A9-9D2B-160D8C4478CD}"/>
              </a:ext>
            </a:extLst>
          </p:cNvPr>
          <p:cNvSpPr>
            <a:spLocks noGrp="1"/>
          </p:cNvSpPr>
          <p:nvPr>
            <p:ph type="dt" sz="half" idx="10"/>
          </p:nvPr>
        </p:nvSpPr>
        <p:spPr/>
        <p:txBody>
          <a:bodyPr/>
          <a:lstStyle/>
          <a:p>
            <a:r>
              <a:rPr lang="en-US"/>
              <a:t>3/19/2026</a:t>
            </a:r>
          </a:p>
        </p:txBody>
      </p:sp>
      <p:sp>
        <p:nvSpPr>
          <p:cNvPr id="6" name="Segnaposto piè di pagina 5">
            <a:extLst>
              <a:ext uri="{FF2B5EF4-FFF2-40B4-BE49-F238E27FC236}">
                <a16:creationId xmlns:a16="http://schemas.microsoft.com/office/drawing/2014/main" id="{3C682F38-25BF-4C31-B0E4-615C104EA5A7}"/>
              </a:ext>
            </a:extLst>
          </p:cNvPr>
          <p:cNvSpPr>
            <a:spLocks noGrp="1"/>
          </p:cNvSpPr>
          <p:nvPr>
            <p:ph type="ftr" sz="quarter" idx="11"/>
          </p:nvPr>
        </p:nvSpPr>
        <p:spPr/>
        <p:txBody>
          <a:bodyPr/>
          <a:lstStyle/>
          <a:p>
            <a:r>
              <a:rPr lang="en-US"/>
              <a:t>PLAN4ARI-FISA24-00099 Crugliasco (TO)</a:t>
            </a:r>
          </a:p>
        </p:txBody>
      </p:sp>
      <p:sp>
        <p:nvSpPr>
          <p:cNvPr id="7" name="Segnaposto numero diapositiva 6">
            <a:extLst>
              <a:ext uri="{FF2B5EF4-FFF2-40B4-BE49-F238E27FC236}">
                <a16:creationId xmlns:a16="http://schemas.microsoft.com/office/drawing/2014/main" id="{EEF19BE5-B1FE-442F-BA24-BE292BE77B2E}"/>
              </a:ext>
            </a:extLst>
          </p:cNvPr>
          <p:cNvSpPr>
            <a:spLocks noGrp="1"/>
          </p:cNvSpPr>
          <p:nvPr>
            <p:ph type="sldNum" sz="quarter" idx="12"/>
          </p:nvPr>
        </p:nvSpPr>
        <p:spPr/>
        <p:txBody>
          <a:bodyPr/>
          <a:lstStyle/>
          <a:p>
            <a:fld id="{D67EB81F-4DFB-4028-A191-72B91FC75F55}" type="slidenum">
              <a:rPr lang="en-US" smtClean="0"/>
              <a:t>‹#›</a:t>
            </a:fld>
            <a:endParaRPr lang="en-US"/>
          </a:p>
        </p:txBody>
      </p:sp>
    </p:spTree>
    <p:extLst>
      <p:ext uri="{BB962C8B-B14F-4D97-AF65-F5344CB8AC3E}">
        <p14:creationId xmlns:p14="http://schemas.microsoft.com/office/powerpoint/2010/main" val="891904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601224E-46CB-42A4-8D56-A909A0339849}"/>
              </a:ext>
            </a:extLst>
          </p:cNvPr>
          <p:cNvSpPr>
            <a:spLocks noGrp="1"/>
          </p:cNvSpPr>
          <p:nvPr>
            <p:ph type="title"/>
          </p:nvPr>
        </p:nvSpPr>
        <p:spPr>
          <a:xfrm>
            <a:off x="839788" y="365125"/>
            <a:ext cx="10515600" cy="1325563"/>
          </a:xfrm>
        </p:spPr>
        <p:txBody>
          <a:bodyPr/>
          <a:lstStyle/>
          <a:p>
            <a:r>
              <a:rPr lang="it-IT"/>
              <a:t>Fare clic per modificare lo stile del titolo dello schema</a:t>
            </a:r>
            <a:endParaRPr lang="en-US"/>
          </a:p>
        </p:txBody>
      </p:sp>
      <p:sp>
        <p:nvSpPr>
          <p:cNvPr id="3" name="Segnaposto testo 2">
            <a:extLst>
              <a:ext uri="{FF2B5EF4-FFF2-40B4-BE49-F238E27FC236}">
                <a16:creationId xmlns:a16="http://schemas.microsoft.com/office/drawing/2014/main" id="{8C7D8AE8-5BAF-4E50-8126-4D09A7412B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217C665B-5C52-47A0-B337-9F733FF8D0C7}"/>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Segnaposto testo 4">
            <a:extLst>
              <a:ext uri="{FF2B5EF4-FFF2-40B4-BE49-F238E27FC236}">
                <a16:creationId xmlns:a16="http://schemas.microsoft.com/office/drawing/2014/main" id="{9308087E-3A0E-4E4F-88A5-9A1C425D84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8021EFC1-D898-40FF-B9A4-9CF54E88A637}"/>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7" name="Segnaposto data 6">
            <a:extLst>
              <a:ext uri="{FF2B5EF4-FFF2-40B4-BE49-F238E27FC236}">
                <a16:creationId xmlns:a16="http://schemas.microsoft.com/office/drawing/2014/main" id="{EA13DC03-4444-4281-989D-B63B09C4B20E}"/>
              </a:ext>
            </a:extLst>
          </p:cNvPr>
          <p:cNvSpPr>
            <a:spLocks noGrp="1"/>
          </p:cNvSpPr>
          <p:nvPr>
            <p:ph type="dt" sz="half" idx="10"/>
          </p:nvPr>
        </p:nvSpPr>
        <p:spPr/>
        <p:txBody>
          <a:bodyPr/>
          <a:lstStyle/>
          <a:p>
            <a:r>
              <a:rPr lang="en-US"/>
              <a:t>3/19/2026</a:t>
            </a:r>
          </a:p>
        </p:txBody>
      </p:sp>
      <p:sp>
        <p:nvSpPr>
          <p:cNvPr id="8" name="Segnaposto piè di pagina 7">
            <a:extLst>
              <a:ext uri="{FF2B5EF4-FFF2-40B4-BE49-F238E27FC236}">
                <a16:creationId xmlns:a16="http://schemas.microsoft.com/office/drawing/2014/main" id="{908893F5-EC8C-4BC4-B30D-E1BB96AE069D}"/>
              </a:ext>
            </a:extLst>
          </p:cNvPr>
          <p:cNvSpPr>
            <a:spLocks noGrp="1"/>
          </p:cNvSpPr>
          <p:nvPr>
            <p:ph type="ftr" sz="quarter" idx="11"/>
          </p:nvPr>
        </p:nvSpPr>
        <p:spPr/>
        <p:txBody>
          <a:bodyPr/>
          <a:lstStyle/>
          <a:p>
            <a:r>
              <a:rPr lang="en-US"/>
              <a:t>PLAN4ARI-FISA24-00099 Crugliasco (TO)</a:t>
            </a:r>
          </a:p>
        </p:txBody>
      </p:sp>
      <p:sp>
        <p:nvSpPr>
          <p:cNvPr id="9" name="Segnaposto numero diapositiva 8">
            <a:extLst>
              <a:ext uri="{FF2B5EF4-FFF2-40B4-BE49-F238E27FC236}">
                <a16:creationId xmlns:a16="http://schemas.microsoft.com/office/drawing/2014/main" id="{BCFE23C9-9259-4B40-BCF9-F8BE8427F026}"/>
              </a:ext>
            </a:extLst>
          </p:cNvPr>
          <p:cNvSpPr>
            <a:spLocks noGrp="1"/>
          </p:cNvSpPr>
          <p:nvPr>
            <p:ph type="sldNum" sz="quarter" idx="12"/>
          </p:nvPr>
        </p:nvSpPr>
        <p:spPr/>
        <p:txBody>
          <a:bodyPr/>
          <a:lstStyle/>
          <a:p>
            <a:fld id="{D67EB81F-4DFB-4028-A191-72B91FC75F55}" type="slidenum">
              <a:rPr lang="en-US" smtClean="0"/>
              <a:t>‹#›</a:t>
            </a:fld>
            <a:endParaRPr lang="en-US"/>
          </a:p>
        </p:txBody>
      </p:sp>
    </p:spTree>
    <p:extLst>
      <p:ext uri="{BB962C8B-B14F-4D97-AF65-F5344CB8AC3E}">
        <p14:creationId xmlns:p14="http://schemas.microsoft.com/office/powerpoint/2010/main" val="1861066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AFC4E72-BF2A-43B3-AF2A-87BE8AFE27BD}"/>
              </a:ext>
            </a:extLst>
          </p:cNvPr>
          <p:cNvSpPr>
            <a:spLocks noGrp="1"/>
          </p:cNvSpPr>
          <p:nvPr>
            <p:ph type="title"/>
          </p:nvPr>
        </p:nvSpPr>
        <p:spPr/>
        <p:txBody>
          <a:bodyPr/>
          <a:lstStyle/>
          <a:p>
            <a:r>
              <a:rPr lang="it-IT"/>
              <a:t>Fare clic per modificare lo stile del titolo dello schema</a:t>
            </a:r>
            <a:endParaRPr lang="en-US"/>
          </a:p>
        </p:txBody>
      </p:sp>
      <p:sp>
        <p:nvSpPr>
          <p:cNvPr id="3" name="Segnaposto data 2">
            <a:extLst>
              <a:ext uri="{FF2B5EF4-FFF2-40B4-BE49-F238E27FC236}">
                <a16:creationId xmlns:a16="http://schemas.microsoft.com/office/drawing/2014/main" id="{E13C9D83-D4EA-48BF-87B6-B54BE2D3B2F9}"/>
              </a:ext>
            </a:extLst>
          </p:cNvPr>
          <p:cNvSpPr>
            <a:spLocks noGrp="1"/>
          </p:cNvSpPr>
          <p:nvPr>
            <p:ph type="dt" sz="half" idx="10"/>
          </p:nvPr>
        </p:nvSpPr>
        <p:spPr/>
        <p:txBody>
          <a:bodyPr/>
          <a:lstStyle/>
          <a:p>
            <a:r>
              <a:rPr lang="en-US"/>
              <a:t>3/19/2026</a:t>
            </a:r>
          </a:p>
        </p:txBody>
      </p:sp>
      <p:sp>
        <p:nvSpPr>
          <p:cNvPr id="4" name="Segnaposto piè di pagina 3">
            <a:extLst>
              <a:ext uri="{FF2B5EF4-FFF2-40B4-BE49-F238E27FC236}">
                <a16:creationId xmlns:a16="http://schemas.microsoft.com/office/drawing/2014/main" id="{AEE17BFB-1C01-4A04-BEBD-429EEA4697B5}"/>
              </a:ext>
            </a:extLst>
          </p:cNvPr>
          <p:cNvSpPr>
            <a:spLocks noGrp="1"/>
          </p:cNvSpPr>
          <p:nvPr>
            <p:ph type="ftr" sz="quarter" idx="11"/>
          </p:nvPr>
        </p:nvSpPr>
        <p:spPr/>
        <p:txBody>
          <a:bodyPr/>
          <a:lstStyle/>
          <a:p>
            <a:r>
              <a:rPr lang="en-US"/>
              <a:t>PLAN4ARI-FISA24-00099 Crugliasco (TO)</a:t>
            </a:r>
          </a:p>
        </p:txBody>
      </p:sp>
      <p:sp>
        <p:nvSpPr>
          <p:cNvPr id="5" name="Segnaposto numero diapositiva 4">
            <a:extLst>
              <a:ext uri="{FF2B5EF4-FFF2-40B4-BE49-F238E27FC236}">
                <a16:creationId xmlns:a16="http://schemas.microsoft.com/office/drawing/2014/main" id="{E2AABF1B-3854-41F2-BA8F-60D5ECD3B3A4}"/>
              </a:ext>
            </a:extLst>
          </p:cNvPr>
          <p:cNvSpPr>
            <a:spLocks noGrp="1"/>
          </p:cNvSpPr>
          <p:nvPr>
            <p:ph type="sldNum" sz="quarter" idx="12"/>
          </p:nvPr>
        </p:nvSpPr>
        <p:spPr/>
        <p:txBody>
          <a:bodyPr/>
          <a:lstStyle/>
          <a:p>
            <a:fld id="{D67EB81F-4DFB-4028-A191-72B91FC75F55}" type="slidenum">
              <a:rPr lang="en-US" smtClean="0"/>
              <a:t>‹#›</a:t>
            </a:fld>
            <a:endParaRPr lang="en-US"/>
          </a:p>
        </p:txBody>
      </p:sp>
    </p:spTree>
    <p:extLst>
      <p:ext uri="{BB962C8B-B14F-4D97-AF65-F5344CB8AC3E}">
        <p14:creationId xmlns:p14="http://schemas.microsoft.com/office/powerpoint/2010/main" val="3546959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4AB585CD-1E4F-4399-859B-71EE05149821}"/>
              </a:ext>
            </a:extLst>
          </p:cNvPr>
          <p:cNvSpPr>
            <a:spLocks noGrp="1"/>
          </p:cNvSpPr>
          <p:nvPr>
            <p:ph type="dt" sz="half" idx="10"/>
          </p:nvPr>
        </p:nvSpPr>
        <p:spPr/>
        <p:txBody>
          <a:bodyPr/>
          <a:lstStyle/>
          <a:p>
            <a:r>
              <a:rPr lang="en-US"/>
              <a:t>3/19/2026</a:t>
            </a:r>
          </a:p>
        </p:txBody>
      </p:sp>
      <p:sp>
        <p:nvSpPr>
          <p:cNvPr id="3" name="Segnaposto piè di pagina 2">
            <a:extLst>
              <a:ext uri="{FF2B5EF4-FFF2-40B4-BE49-F238E27FC236}">
                <a16:creationId xmlns:a16="http://schemas.microsoft.com/office/drawing/2014/main" id="{875C757A-79BC-4713-BFC0-242D658D6778}"/>
              </a:ext>
            </a:extLst>
          </p:cNvPr>
          <p:cNvSpPr>
            <a:spLocks noGrp="1"/>
          </p:cNvSpPr>
          <p:nvPr>
            <p:ph type="ftr" sz="quarter" idx="11"/>
          </p:nvPr>
        </p:nvSpPr>
        <p:spPr/>
        <p:txBody>
          <a:bodyPr/>
          <a:lstStyle/>
          <a:p>
            <a:r>
              <a:rPr lang="en-US"/>
              <a:t>PLAN4ARI-FISA24-00099 Crugliasco (TO)</a:t>
            </a:r>
          </a:p>
        </p:txBody>
      </p:sp>
      <p:sp>
        <p:nvSpPr>
          <p:cNvPr id="4" name="Segnaposto numero diapositiva 3">
            <a:extLst>
              <a:ext uri="{FF2B5EF4-FFF2-40B4-BE49-F238E27FC236}">
                <a16:creationId xmlns:a16="http://schemas.microsoft.com/office/drawing/2014/main" id="{B212E63E-269F-4AD1-8F52-13F13DD00533}"/>
              </a:ext>
            </a:extLst>
          </p:cNvPr>
          <p:cNvSpPr>
            <a:spLocks noGrp="1"/>
          </p:cNvSpPr>
          <p:nvPr>
            <p:ph type="sldNum" sz="quarter" idx="12"/>
          </p:nvPr>
        </p:nvSpPr>
        <p:spPr/>
        <p:txBody>
          <a:bodyPr/>
          <a:lstStyle/>
          <a:p>
            <a:fld id="{D67EB81F-4DFB-4028-A191-72B91FC75F55}" type="slidenum">
              <a:rPr lang="en-US" smtClean="0"/>
              <a:t>‹#›</a:t>
            </a:fld>
            <a:endParaRPr lang="en-US"/>
          </a:p>
        </p:txBody>
      </p:sp>
    </p:spTree>
    <p:extLst>
      <p:ext uri="{BB962C8B-B14F-4D97-AF65-F5344CB8AC3E}">
        <p14:creationId xmlns:p14="http://schemas.microsoft.com/office/powerpoint/2010/main" val="2032358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3A61645-78F9-4605-BF5C-BB0D8EEE2395}"/>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endParaRPr lang="en-US"/>
          </a:p>
        </p:txBody>
      </p:sp>
      <p:sp>
        <p:nvSpPr>
          <p:cNvPr id="3" name="Segnaposto contenuto 2">
            <a:extLst>
              <a:ext uri="{FF2B5EF4-FFF2-40B4-BE49-F238E27FC236}">
                <a16:creationId xmlns:a16="http://schemas.microsoft.com/office/drawing/2014/main" id="{ADB7E367-B584-49FB-9673-27A220E537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testo 3">
            <a:extLst>
              <a:ext uri="{FF2B5EF4-FFF2-40B4-BE49-F238E27FC236}">
                <a16:creationId xmlns:a16="http://schemas.microsoft.com/office/drawing/2014/main" id="{DFCF0555-14B8-41BE-8DFD-5518902EAF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15260B9-EB5C-4098-A8BA-C771C7513E42}"/>
              </a:ext>
            </a:extLst>
          </p:cNvPr>
          <p:cNvSpPr>
            <a:spLocks noGrp="1"/>
          </p:cNvSpPr>
          <p:nvPr>
            <p:ph type="dt" sz="half" idx="10"/>
          </p:nvPr>
        </p:nvSpPr>
        <p:spPr/>
        <p:txBody>
          <a:bodyPr/>
          <a:lstStyle/>
          <a:p>
            <a:r>
              <a:rPr lang="en-US"/>
              <a:t>3/19/2026</a:t>
            </a:r>
          </a:p>
        </p:txBody>
      </p:sp>
      <p:sp>
        <p:nvSpPr>
          <p:cNvPr id="6" name="Segnaposto piè di pagina 5">
            <a:extLst>
              <a:ext uri="{FF2B5EF4-FFF2-40B4-BE49-F238E27FC236}">
                <a16:creationId xmlns:a16="http://schemas.microsoft.com/office/drawing/2014/main" id="{84EE9E5D-181F-4FBC-8FE0-F59C30F55AC3}"/>
              </a:ext>
            </a:extLst>
          </p:cNvPr>
          <p:cNvSpPr>
            <a:spLocks noGrp="1"/>
          </p:cNvSpPr>
          <p:nvPr>
            <p:ph type="ftr" sz="quarter" idx="11"/>
          </p:nvPr>
        </p:nvSpPr>
        <p:spPr/>
        <p:txBody>
          <a:bodyPr/>
          <a:lstStyle/>
          <a:p>
            <a:r>
              <a:rPr lang="en-US"/>
              <a:t>PLAN4ARI-FISA24-00099 Crugliasco (TO)</a:t>
            </a:r>
          </a:p>
        </p:txBody>
      </p:sp>
      <p:sp>
        <p:nvSpPr>
          <p:cNvPr id="7" name="Segnaposto numero diapositiva 6">
            <a:extLst>
              <a:ext uri="{FF2B5EF4-FFF2-40B4-BE49-F238E27FC236}">
                <a16:creationId xmlns:a16="http://schemas.microsoft.com/office/drawing/2014/main" id="{47F5F030-2167-4793-A62E-EE0FF361B593}"/>
              </a:ext>
            </a:extLst>
          </p:cNvPr>
          <p:cNvSpPr>
            <a:spLocks noGrp="1"/>
          </p:cNvSpPr>
          <p:nvPr>
            <p:ph type="sldNum" sz="quarter" idx="12"/>
          </p:nvPr>
        </p:nvSpPr>
        <p:spPr/>
        <p:txBody>
          <a:bodyPr/>
          <a:lstStyle/>
          <a:p>
            <a:fld id="{D67EB81F-4DFB-4028-A191-72B91FC75F55}" type="slidenum">
              <a:rPr lang="en-US" smtClean="0"/>
              <a:t>‹#›</a:t>
            </a:fld>
            <a:endParaRPr lang="en-US"/>
          </a:p>
        </p:txBody>
      </p:sp>
    </p:spTree>
    <p:extLst>
      <p:ext uri="{BB962C8B-B14F-4D97-AF65-F5344CB8AC3E}">
        <p14:creationId xmlns:p14="http://schemas.microsoft.com/office/powerpoint/2010/main" val="3966674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07C967C-D4AC-4A30-8BFF-750FD7F58F78}"/>
              </a:ext>
            </a:extLst>
          </p:cNvPr>
          <p:cNvSpPr>
            <a:spLocks noGrp="1"/>
          </p:cNvSpPr>
          <p:nvPr>
            <p:ph type="title" hasCustomPrompt="1"/>
          </p:nvPr>
        </p:nvSpPr>
        <p:spPr>
          <a:xfrm>
            <a:off x="839788" y="457200"/>
            <a:ext cx="3932237" cy="1600200"/>
          </a:xfrm>
          <a:solidFill>
            <a:srgbClr val="002060"/>
          </a:solidFill>
          <a:ln>
            <a:solidFill>
              <a:schemeClr val="bg1"/>
            </a:solidFill>
          </a:ln>
        </p:spPr>
        <p:txBody>
          <a:bodyPr anchor="ctr" anchorCtr="0"/>
          <a:lstStyle>
            <a:lvl1pPr>
              <a:defRPr sz="3200"/>
            </a:lvl1pPr>
          </a:lstStyle>
          <a:p>
            <a:r>
              <a:rPr lang="it-IT" dirty="0"/>
              <a:t>Fare clic per modificare lo stile del titolo dello schema</a:t>
            </a:r>
            <a:endParaRPr lang="en-US" dirty="0"/>
          </a:p>
        </p:txBody>
      </p:sp>
      <p:sp>
        <p:nvSpPr>
          <p:cNvPr id="3" name="Segnaposto immagine 2">
            <a:extLst>
              <a:ext uri="{FF2B5EF4-FFF2-40B4-BE49-F238E27FC236}">
                <a16:creationId xmlns:a16="http://schemas.microsoft.com/office/drawing/2014/main" id="{89BCCC24-534C-41F4-9E3F-7B05727C02E6}"/>
              </a:ext>
            </a:extLst>
          </p:cNvPr>
          <p:cNvSpPr>
            <a:spLocks noGrp="1"/>
          </p:cNvSpPr>
          <p:nvPr>
            <p:ph type="pic" idx="1"/>
          </p:nvPr>
        </p:nvSpPr>
        <p:spPr>
          <a:xfrm>
            <a:off x="5183188" y="1040693"/>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Segnaposto testo 3">
            <a:extLst>
              <a:ext uri="{FF2B5EF4-FFF2-40B4-BE49-F238E27FC236}">
                <a16:creationId xmlns:a16="http://schemas.microsoft.com/office/drawing/2014/main" id="{8FC0329A-F580-4F7D-9642-8F64A0BC3038}"/>
              </a:ext>
            </a:extLst>
          </p:cNvPr>
          <p:cNvSpPr>
            <a:spLocks noGrp="1"/>
          </p:cNvSpPr>
          <p:nvPr>
            <p:ph type="body" sz="half" idx="2"/>
          </p:nvPr>
        </p:nvSpPr>
        <p:spPr>
          <a:xfrm>
            <a:off x="839788" y="2119546"/>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EF3A5403-2B7A-4C4F-A828-957571890BB0}"/>
              </a:ext>
            </a:extLst>
          </p:cNvPr>
          <p:cNvSpPr>
            <a:spLocks noGrp="1"/>
          </p:cNvSpPr>
          <p:nvPr>
            <p:ph type="dt" sz="half" idx="10"/>
          </p:nvPr>
        </p:nvSpPr>
        <p:spPr/>
        <p:txBody>
          <a:bodyPr/>
          <a:lstStyle/>
          <a:p>
            <a:r>
              <a:rPr lang="en-US"/>
              <a:t>3/19/2026</a:t>
            </a:r>
          </a:p>
        </p:txBody>
      </p:sp>
      <p:sp>
        <p:nvSpPr>
          <p:cNvPr id="6" name="Segnaposto piè di pagina 5">
            <a:extLst>
              <a:ext uri="{FF2B5EF4-FFF2-40B4-BE49-F238E27FC236}">
                <a16:creationId xmlns:a16="http://schemas.microsoft.com/office/drawing/2014/main" id="{4E458291-36EE-44A2-B91A-094958686663}"/>
              </a:ext>
            </a:extLst>
          </p:cNvPr>
          <p:cNvSpPr>
            <a:spLocks noGrp="1"/>
          </p:cNvSpPr>
          <p:nvPr>
            <p:ph type="ftr" sz="quarter" idx="11"/>
          </p:nvPr>
        </p:nvSpPr>
        <p:spPr/>
        <p:txBody>
          <a:bodyPr/>
          <a:lstStyle/>
          <a:p>
            <a:r>
              <a:rPr lang="en-US"/>
              <a:t>PLAN4ARI-FISA24-00099 Crugliasco (TO)</a:t>
            </a:r>
          </a:p>
        </p:txBody>
      </p:sp>
      <p:sp>
        <p:nvSpPr>
          <p:cNvPr id="7" name="Segnaposto numero diapositiva 6">
            <a:extLst>
              <a:ext uri="{FF2B5EF4-FFF2-40B4-BE49-F238E27FC236}">
                <a16:creationId xmlns:a16="http://schemas.microsoft.com/office/drawing/2014/main" id="{F176D4B7-F5A8-4E0A-B0E0-EC73DB45A0D9}"/>
              </a:ext>
            </a:extLst>
          </p:cNvPr>
          <p:cNvSpPr>
            <a:spLocks noGrp="1"/>
          </p:cNvSpPr>
          <p:nvPr>
            <p:ph type="sldNum" sz="quarter" idx="12"/>
          </p:nvPr>
        </p:nvSpPr>
        <p:spPr/>
        <p:txBody>
          <a:bodyPr/>
          <a:lstStyle/>
          <a:p>
            <a:fld id="{D67EB81F-4DFB-4028-A191-72B91FC75F55}" type="slidenum">
              <a:rPr lang="en-US" smtClean="0"/>
              <a:t>‹#›</a:t>
            </a:fld>
            <a:endParaRPr lang="en-US"/>
          </a:p>
        </p:txBody>
      </p:sp>
    </p:spTree>
    <p:extLst>
      <p:ext uri="{BB962C8B-B14F-4D97-AF65-F5344CB8AC3E}">
        <p14:creationId xmlns:p14="http://schemas.microsoft.com/office/powerpoint/2010/main" val="393062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1_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07C967C-D4AC-4A30-8BFF-750FD7F58F78}"/>
              </a:ext>
            </a:extLst>
          </p:cNvPr>
          <p:cNvSpPr>
            <a:spLocks noGrp="1"/>
          </p:cNvSpPr>
          <p:nvPr>
            <p:ph type="title"/>
          </p:nvPr>
        </p:nvSpPr>
        <p:spPr>
          <a:xfrm>
            <a:off x="839788" y="457200"/>
            <a:ext cx="3932237" cy="1600200"/>
          </a:xfrm>
          <a:solidFill>
            <a:srgbClr val="002060"/>
          </a:solidFill>
          <a:ln>
            <a:solidFill>
              <a:schemeClr val="bg1"/>
            </a:solidFill>
          </a:ln>
        </p:spPr>
        <p:txBody>
          <a:bodyPr anchor="b"/>
          <a:lstStyle>
            <a:lvl1pPr>
              <a:defRPr sz="3200"/>
            </a:lvl1pPr>
          </a:lstStyle>
          <a:p>
            <a:r>
              <a:rPr lang="it-IT" dirty="0"/>
              <a:t>Fare clic per modificare lo stile del titolo dello schema</a:t>
            </a:r>
            <a:endParaRPr lang="en-US" dirty="0"/>
          </a:p>
        </p:txBody>
      </p:sp>
      <p:sp>
        <p:nvSpPr>
          <p:cNvPr id="3" name="Segnaposto immagine 2">
            <a:extLst>
              <a:ext uri="{FF2B5EF4-FFF2-40B4-BE49-F238E27FC236}">
                <a16:creationId xmlns:a16="http://schemas.microsoft.com/office/drawing/2014/main" id="{89BCCC24-534C-41F4-9E3F-7B05727C02E6}"/>
              </a:ext>
            </a:extLst>
          </p:cNvPr>
          <p:cNvSpPr>
            <a:spLocks noGrp="1"/>
          </p:cNvSpPr>
          <p:nvPr>
            <p:ph type="pic" idx="1"/>
          </p:nvPr>
        </p:nvSpPr>
        <p:spPr>
          <a:xfrm>
            <a:off x="838200" y="2119546"/>
            <a:ext cx="10517188" cy="379477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Segnaposto testo 3">
            <a:extLst>
              <a:ext uri="{FF2B5EF4-FFF2-40B4-BE49-F238E27FC236}">
                <a16:creationId xmlns:a16="http://schemas.microsoft.com/office/drawing/2014/main" id="{8FC0329A-F580-4F7D-9642-8F64A0BC3038}"/>
              </a:ext>
            </a:extLst>
          </p:cNvPr>
          <p:cNvSpPr>
            <a:spLocks noGrp="1"/>
          </p:cNvSpPr>
          <p:nvPr>
            <p:ph type="body" sz="half" idx="2"/>
          </p:nvPr>
        </p:nvSpPr>
        <p:spPr>
          <a:xfrm>
            <a:off x="4923516" y="1054226"/>
            <a:ext cx="6428696" cy="100317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EF3A5403-2B7A-4C4F-A828-957571890BB0}"/>
              </a:ext>
            </a:extLst>
          </p:cNvPr>
          <p:cNvSpPr>
            <a:spLocks noGrp="1"/>
          </p:cNvSpPr>
          <p:nvPr>
            <p:ph type="dt" sz="half" idx="10"/>
          </p:nvPr>
        </p:nvSpPr>
        <p:spPr/>
        <p:txBody>
          <a:bodyPr/>
          <a:lstStyle/>
          <a:p>
            <a:r>
              <a:rPr lang="en-US"/>
              <a:t>3/19/2026</a:t>
            </a:r>
          </a:p>
        </p:txBody>
      </p:sp>
      <p:sp>
        <p:nvSpPr>
          <p:cNvPr id="6" name="Segnaposto piè di pagina 5">
            <a:extLst>
              <a:ext uri="{FF2B5EF4-FFF2-40B4-BE49-F238E27FC236}">
                <a16:creationId xmlns:a16="http://schemas.microsoft.com/office/drawing/2014/main" id="{4E458291-36EE-44A2-B91A-094958686663}"/>
              </a:ext>
            </a:extLst>
          </p:cNvPr>
          <p:cNvSpPr>
            <a:spLocks noGrp="1"/>
          </p:cNvSpPr>
          <p:nvPr>
            <p:ph type="ftr" sz="quarter" idx="11"/>
          </p:nvPr>
        </p:nvSpPr>
        <p:spPr/>
        <p:txBody>
          <a:bodyPr/>
          <a:lstStyle/>
          <a:p>
            <a:r>
              <a:rPr lang="en-US"/>
              <a:t>PLAN4ARI-FISA24-00099 Crugliasco (TO)</a:t>
            </a:r>
          </a:p>
        </p:txBody>
      </p:sp>
      <p:sp>
        <p:nvSpPr>
          <p:cNvPr id="7" name="Segnaposto numero diapositiva 6">
            <a:extLst>
              <a:ext uri="{FF2B5EF4-FFF2-40B4-BE49-F238E27FC236}">
                <a16:creationId xmlns:a16="http://schemas.microsoft.com/office/drawing/2014/main" id="{F176D4B7-F5A8-4E0A-B0E0-EC73DB45A0D9}"/>
              </a:ext>
            </a:extLst>
          </p:cNvPr>
          <p:cNvSpPr>
            <a:spLocks noGrp="1"/>
          </p:cNvSpPr>
          <p:nvPr>
            <p:ph type="sldNum" sz="quarter" idx="12"/>
          </p:nvPr>
        </p:nvSpPr>
        <p:spPr/>
        <p:txBody>
          <a:bodyPr/>
          <a:lstStyle/>
          <a:p>
            <a:fld id="{D67EB81F-4DFB-4028-A191-72B91FC75F55}" type="slidenum">
              <a:rPr lang="en-US" smtClean="0"/>
              <a:t>‹#›</a:t>
            </a:fld>
            <a:endParaRPr lang="en-US"/>
          </a:p>
        </p:txBody>
      </p:sp>
    </p:spTree>
    <p:extLst>
      <p:ext uri="{BB962C8B-B14F-4D97-AF65-F5344CB8AC3E}">
        <p14:creationId xmlns:p14="http://schemas.microsoft.com/office/powerpoint/2010/main" val="3593618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F3405E2-2C2C-45E4-BDD5-7A4DB534877D}"/>
              </a:ext>
            </a:extLst>
          </p:cNvPr>
          <p:cNvSpPr>
            <a:spLocks noGrp="1"/>
          </p:cNvSpPr>
          <p:nvPr>
            <p:ph type="title"/>
          </p:nvPr>
        </p:nvSpPr>
        <p:spPr/>
        <p:txBody>
          <a:bodyPr/>
          <a:lstStyle/>
          <a:p>
            <a:r>
              <a:rPr lang="it-IT"/>
              <a:t>Fare clic per modificare lo stile del titolo dello schema</a:t>
            </a:r>
            <a:endParaRPr lang="en-US"/>
          </a:p>
        </p:txBody>
      </p:sp>
      <p:sp>
        <p:nvSpPr>
          <p:cNvPr id="3" name="Segnaposto testo verticale 2">
            <a:extLst>
              <a:ext uri="{FF2B5EF4-FFF2-40B4-BE49-F238E27FC236}">
                <a16:creationId xmlns:a16="http://schemas.microsoft.com/office/drawing/2014/main" id="{7F2F977C-05A2-46DD-BB27-DBA5BCE12AD8}"/>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data 3">
            <a:extLst>
              <a:ext uri="{FF2B5EF4-FFF2-40B4-BE49-F238E27FC236}">
                <a16:creationId xmlns:a16="http://schemas.microsoft.com/office/drawing/2014/main" id="{49506E92-E34F-4FF6-AEB3-72E5A25E488C}"/>
              </a:ext>
            </a:extLst>
          </p:cNvPr>
          <p:cNvSpPr>
            <a:spLocks noGrp="1"/>
          </p:cNvSpPr>
          <p:nvPr>
            <p:ph type="dt" sz="half" idx="10"/>
          </p:nvPr>
        </p:nvSpPr>
        <p:spPr/>
        <p:txBody>
          <a:bodyPr/>
          <a:lstStyle/>
          <a:p>
            <a:r>
              <a:rPr lang="en-US"/>
              <a:t>3/19/2026</a:t>
            </a:r>
          </a:p>
        </p:txBody>
      </p:sp>
      <p:sp>
        <p:nvSpPr>
          <p:cNvPr id="5" name="Segnaposto piè di pagina 4">
            <a:extLst>
              <a:ext uri="{FF2B5EF4-FFF2-40B4-BE49-F238E27FC236}">
                <a16:creationId xmlns:a16="http://schemas.microsoft.com/office/drawing/2014/main" id="{2A039216-3526-4CE1-94F9-AE5C922AEA39}"/>
              </a:ext>
            </a:extLst>
          </p:cNvPr>
          <p:cNvSpPr>
            <a:spLocks noGrp="1"/>
          </p:cNvSpPr>
          <p:nvPr>
            <p:ph type="ftr" sz="quarter" idx="11"/>
          </p:nvPr>
        </p:nvSpPr>
        <p:spPr/>
        <p:txBody>
          <a:bodyPr/>
          <a:lstStyle/>
          <a:p>
            <a:r>
              <a:rPr lang="en-US"/>
              <a:t>PLAN4ARI-FISA24-00099 Crugliasco (TO)</a:t>
            </a:r>
          </a:p>
        </p:txBody>
      </p:sp>
      <p:sp>
        <p:nvSpPr>
          <p:cNvPr id="6" name="Segnaposto numero diapositiva 5">
            <a:extLst>
              <a:ext uri="{FF2B5EF4-FFF2-40B4-BE49-F238E27FC236}">
                <a16:creationId xmlns:a16="http://schemas.microsoft.com/office/drawing/2014/main" id="{5620EA78-0D11-4C8B-A24C-6E702C5D52E5}"/>
              </a:ext>
            </a:extLst>
          </p:cNvPr>
          <p:cNvSpPr>
            <a:spLocks noGrp="1"/>
          </p:cNvSpPr>
          <p:nvPr>
            <p:ph type="sldNum" sz="quarter" idx="12"/>
          </p:nvPr>
        </p:nvSpPr>
        <p:spPr/>
        <p:txBody>
          <a:bodyPr/>
          <a:lstStyle/>
          <a:p>
            <a:fld id="{D67EB81F-4DFB-4028-A191-72B91FC75F55}" type="slidenum">
              <a:rPr lang="en-US" smtClean="0"/>
              <a:t>‹#›</a:t>
            </a:fld>
            <a:endParaRPr lang="en-US"/>
          </a:p>
        </p:txBody>
      </p:sp>
    </p:spTree>
    <p:extLst>
      <p:ext uri="{BB962C8B-B14F-4D97-AF65-F5344CB8AC3E}">
        <p14:creationId xmlns:p14="http://schemas.microsoft.com/office/powerpoint/2010/main" val="1716016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ttangolo 5">
            <a:extLst>
              <a:ext uri="{FF2B5EF4-FFF2-40B4-BE49-F238E27FC236}">
                <a16:creationId xmlns:a16="http://schemas.microsoft.com/office/drawing/2014/main" id="{C9D43AF7-E98B-343C-B143-86AEFF11C327}"/>
              </a:ext>
            </a:extLst>
          </p:cNvPr>
          <p:cNvSpPr/>
          <p:nvPr userDrawn="1"/>
        </p:nvSpPr>
        <p:spPr>
          <a:xfrm>
            <a:off x="0" y="196911"/>
            <a:ext cx="12192000" cy="812598"/>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titolo 1">
            <a:extLst>
              <a:ext uri="{FF2B5EF4-FFF2-40B4-BE49-F238E27FC236}">
                <a16:creationId xmlns:a16="http://schemas.microsoft.com/office/drawing/2014/main" id="{79F17D87-77FA-4EE3-B191-70D226D74C08}"/>
              </a:ext>
            </a:extLst>
          </p:cNvPr>
          <p:cNvSpPr>
            <a:spLocks noGrp="1"/>
          </p:cNvSpPr>
          <p:nvPr>
            <p:ph type="title"/>
          </p:nvPr>
        </p:nvSpPr>
        <p:spPr>
          <a:xfrm>
            <a:off x="743725" y="136525"/>
            <a:ext cx="10515600" cy="975422"/>
          </a:xfrm>
          <a:prstGeom prst="rect">
            <a:avLst/>
          </a:prstGeom>
        </p:spPr>
        <p:txBody>
          <a:bodyPr vert="horz" lIns="91440" tIns="45720" rIns="91440" bIns="45720" rtlCol="0" anchor="ctr">
            <a:noAutofit/>
          </a:bodyPr>
          <a:lstStyle/>
          <a:p>
            <a:r>
              <a:rPr lang="it-IT" dirty="0"/>
              <a:t>Fare clic per modificare lo stile del titolo dello schema</a:t>
            </a:r>
            <a:endParaRPr lang="en-US" dirty="0"/>
          </a:p>
        </p:txBody>
      </p:sp>
      <p:sp>
        <p:nvSpPr>
          <p:cNvPr id="3" name="Segnaposto testo 2">
            <a:extLst>
              <a:ext uri="{FF2B5EF4-FFF2-40B4-BE49-F238E27FC236}">
                <a16:creationId xmlns:a16="http://schemas.microsoft.com/office/drawing/2014/main" id="{423122BD-1AF0-44F0-B63C-D3698244CB71}"/>
              </a:ext>
            </a:extLst>
          </p:cNvPr>
          <p:cNvSpPr>
            <a:spLocks noGrp="1"/>
          </p:cNvSpPr>
          <p:nvPr>
            <p:ph type="body" idx="1"/>
          </p:nvPr>
        </p:nvSpPr>
        <p:spPr>
          <a:xfrm>
            <a:off x="838200" y="1438183"/>
            <a:ext cx="10515600" cy="4738780"/>
          </a:xfrm>
          <a:prstGeom prst="rect">
            <a:avLst/>
          </a:prstGeom>
        </p:spPr>
        <p:txBody>
          <a:bodyPr vert="horz" lIns="91440" tIns="45720" rIns="91440" bIns="4572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endParaRPr lang="en-US" dirty="0"/>
          </a:p>
        </p:txBody>
      </p:sp>
      <p:sp>
        <p:nvSpPr>
          <p:cNvPr id="4" name="Segnaposto data 3">
            <a:extLst>
              <a:ext uri="{FF2B5EF4-FFF2-40B4-BE49-F238E27FC236}">
                <a16:creationId xmlns:a16="http://schemas.microsoft.com/office/drawing/2014/main" id="{3C17FB80-9F91-4BA2-840E-D8027B989B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3/19/2026</a:t>
            </a:r>
            <a:endParaRPr lang="en-US" dirty="0"/>
          </a:p>
        </p:txBody>
      </p:sp>
      <p:sp>
        <p:nvSpPr>
          <p:cNvPr id="5" name="Segnaposto piè di pagina 4">
            <a:extLst>
              <a:ext uri="{FF2B5EF4-FFF2-40B4-BE49-F238E27FC236}">
                <a16:creationId xmlns:a16="http://schemas.microsoft.com/office/drawing/2014/main" id="{4C9481F6-8AAA-449A-8E54-DF8A02B286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1200" kern="1200" dirty="0" smtClean="0">
                <a:solidFill>
                  <a:schemeClr val="tx1">
                    <a:tint val="75000"/>
                  </a:schemeClr>
                </a:solidFill>
                <a:latin typeface="+mn-lt"/>
                <a:ea typeface="+mn-ea"/>
                <a:cs typeface="+mn-cs"/>
              </a:defRPr>
            </a:lvl1pPr>
          </a:lstStyle>
          <a:p>
            <a:r>
              <a:rPr lang="en-GB"/>
              <a:t>PLAN4ARI-FISA24-00099 Crugliasco (TO)</a:t>
            </a:r>
            <a:endParaRPr lang="en-GB" dirty="0"/>
          </a:p>
        </p:txBody>
      </p:sp>
      <p:sp>
        <p:nvSpPr>
          <p:cNvPr id="6" name="Segnaposto numero diapositiva 5">
            <a:extLst>
              <a:ext uri="{FF2B5EF4-FFF2-40B4-BE49-F238E27FC236}">
                <a16:creationId xmlns:a16="http://schemas.microsoft.com/office/drawing/2014/main" id="{ACA63D70-08DB-495C-938B-E1CCD7718DFE}"/>
              </a:ext>
            </a:extLst>
          </p:cNvPr>
          <p:cNvSpPr>
            <a:spLocks noGrp="1"/>
          </p:cNvSpPr>
          <p:nvPr>
            <p:ph type="sldNum" sz="quarter" idx="4"/>
          </p:nvPr>
        </p:nvSpPr>
        <p:spPr>
          <a:xfrm>
            <a:off x="8610600" y="6356350"/>
            <a:ext cx="155803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7EB81F-4DFB-4028-A191-72B91FC75F55}" type="slidenum">
              <a:rPr lang="en-US" smtClean="0"/>
              <a:t>‹#›</a:t>
            </a:fld>
            <a:endParaRPr lang="en-US"/>
          </a:p>
        </p:txBody>
      </p:sp>
      <p:pic>
        <p:nvPicPr>
          <p:cNvPr id="8" name="Immagine 2" descr="Immagine che contiene testo, segnale&#10;&#10;Descrizione generata automaticamente">
            <a:extLst>
              <a:ext uri="{FF2B5EF4-FFF2-40B4-BE49-F238E27FC236}">
                <a16:creationId xmlns:a16="http://schemas.microsoft.com/office/drawing/2014/main" id="{6295D23C-C796-92A4-4F29-B63C3C0C1FDF}"/>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168638" y="6318986"/>
            <a:ext cx="1932799" cy="420245"/>
          </a:xfrm>
          <a:prstGeom prst="rect">
            <a:avLst/>
          </a:prstGeom>
        </p:spPr>
      </p:pic>
    </p:spTree>
    <p:extLst>
      <p:ext uri="{BB962C8B-B14F-4D97-AF65-F5344CB8AC3E}">
        <p14:creationId xmlns:p14="http://schemas.microsoft.com/office/powerpoint/2010/main" val="1116039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 id="2147483658" r:id="rId11"/>
  </p:sldLayoutIdLst>
  <p:hf hdr="0"/>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C6F51AE9-DDAC-8FD1-DAA7-6752D87521BC}"/>
              </a:ext>
            </a:extLst>
          </p:cNvPr>
          <p:cNvSpPr/>
          <p:nvPr/>
        </p:nvSpPr>
        <p:spPr>
          <a:xfrm>
            <a:off x="0" y="587229"/>
            <a:ext cx="12192000" cy="939567"/>
          </a:xfrm>
          <a:prstGeom prst="rect">
            <a:avLst/>
          </a:prstGeom>
          <a:solidFill>
            <a:srgbClr val="002C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Rettangolo 4">
            <a:extLst>
              <a:ext uri="{FF2B5EF4-FFF2-40B4-BE49-F238E27FC236}">
                <a16:creationId xmlns:a16="http://schemas.microsoft.com/office/drawing/2014/main" id="{08886A39-4B45-AE8A-4AFB-7F3ABA4FEBB2}"/>
              </a:ext>
            </a:extLst>
          </p:cNvPr>
          <p:cNvSpPr/>
          <p:nvPr/>
        </p:nvSpPr>
        <p:spPr>
          <a:xfrm>
            <a:off x="0" y="2167759"/>
            <a:ext cx="12192000" cy="3981371"/>
          </a:xfrm>
          <a:prstGeom prst="rect">
            <a:avLst/>
          </a:prstGeom>
          <a:solidFill>
            <a:srgbClr val="002C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Rettangolo 8">
            <a:extLst>
              <a:ext uri="{FF2B5EF4-FFF2-40B4-BE49-F238E27FC236}">
                <a16:creationId xmlns:a16="http://schemas.microsoft.com/office/drawing/2014/main" id="{1D828E79-A3A4-1452-CBBE-BAE68CEB5F08}"/>
              </a:ext>
            </a:extLst>
          </p:cNvPr>
          <p:cNvSpPr/>
          <p:nvPr/>
        </p:nvSpPr>
        <p:spPr>
          <a:xfrm>
            <a:off x="1494534" y="2694074"/>
            <a:ext cx="9202932" cy="769441"/>
          </a:xfrm>
          <a:prstGeom prst="rect">
            <a:avLst/>
          </a:prstGeom>
        </p:spPr>
        <p:txBody>
          <a:bodyPr wrap="square">
            <a:spAutoFit/>
          </a:bodyPr>
          <a:lstStyle/>
          <a:p>
            <a:pPr algn="just">
              <a:spcBef>
                <a:spcPct val="0"/>
              </a:spcBef>
            </a:pPr>
            <a:r>
              <a:rPr lang="en-US" altLang="it-IT" sz="4400" dirty="0">
                <a:solidFill>
                  <a:schemeClr val="bg1"/>
                </a:solidFill>
                <a:latin typeface="Source Sans Pro" panose="020B0503030403020204" pitchFamily="34" charset="0"/>
                <a:ea typeface="Roboto" pitchFamily="2" charset="0"/>
                <a:cs typeface="Tahoma" panose="020B0604030504040204" pitchFamily="34" charset="0"/>
              </a:rPr>
              <a:t>PLAN4ARI</a:t>
            </a:r>
          </a:p>
        </p:txBody>
      </p:sp>
      <p:pic>
        <p:nvPicPr>
          <p:cNvPr id="2" name="Immagine 1">
            <a:extLst>
              <a:ext uri="{FF2B5EF4-FFF2-40B4-BE49-F238E27FC236}">
                <a16:creationId xmlns:a16="http://schemas.microsoft.com/office/drawing/2014/main" id="{F6CECA52-6C28-FBC5-86E9-71EA196BA968}"/>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483613" y="708870"/>
            <a:ext cx="3000298" cy="651830"/>
          </a:xfrm>
          <a:prstGeom prst="rect">
            <a:avLst/>
          </a:prstGeom>
        </p:spPr>
      </p:pic>
      <p:sp>
        <p:nvSpPr>
          <p:cNvPr id="7" name="Date Placeholder 6">
            <a:extLst>
              <a:ext uri="{FF2B5EF4-FFF2-40B4-BE49-F238E27FC236}">
                <a16:creationId xmlns:a16="http://schemas.microsoft.com/office/drawing/2014/main" id="{ED92B9DD-2193-AF7A-207D-903F1643BC29}"/>
              </a:ext>
            </a:extLst>
          </p:cNvPr>
          <p:cNvSpPr>
            <a:spLocks noGrp="1"/>
          </p:cNvSpPr>
          <p:nvPr>
            <p:ph type="dt" sz="half" idx="10"/>
          </p:nvPr>
        </p:nvSpPr>
        <p:spPr/>
        <p:txBody>
          <a:bodyPr/>
          <a:lstStyle/>
          <a:p>
            <a:r>
              <a:rPr lang="en-US"/>
              <a:t>3/19/2026</a:t>
            </a:r>
          </a:p>
        </p:txBody>
      </p:sp>
      <p:sp>
        <p:nvSpPr>
          <p:cNvPr id="8" name="Footer Placeholder 7">
            <a:extLst>
              <a:ext uri="{FF2B5EF4-FFF2-40B4-BE49-F238E27FC236}">
                <a16:creationId xmlns:a16="http://schemas.microsoft.com/office/drawing/2014/main" id="{27F04769-BD51-1469-883E-5C79948D47B4}"/>
              </a:ext>
            </a:extLst>
          </p:cNvPr>
          <p:cNvSpPr>
            <a:spLocks noGrp="1"/>
          </p:cNvSpPr>
          <p:nvPr>
            <p:ph type="ftr" sz="quarter" idx="11"/>
          </p:nvPr>
        </p:nvSpPr>
        <p:spPr/>
        <p:txBody>
          <a:bodyPr/>
          <a:lstStyle/>
          <a:p>
            <a:r>
              <a:rPr lang="en-US" dirty="0"/>
              <a:t>PLAN4ARI-FISA24-00099 </a:t>
            </a:r>
            <a:r>
              <a:rPr lang="en-US" dirty="0" err="1"/>
              <a:t>Crugliasco</a:t>
            </a:r>
            <a:r>
              <a:rPr lang="en-US" dirty="0"/>
              <a:t> (TO)</a:t>
            </a:r>
          </a:p>
        </p:txBody>
      </p:sp>
      <p:sp>
        <p:nvSpPr>
          <p:cNvPr id="10" name="Slide Number Placeholder 9">
            <a:extLst>
              <a:ext uri="{FF2B5EF4-FFF2-40B4-BE49-F238E27FC236}">
                <a16:creationId xmlns:a16="http://schemas.microsoft.com/office/drawing/2014/main" id="{10E5985E-19DC-D090-5326-FF257040DE54}"/>
              </a:ext>
            </a:extLst>
          </p:cNvPr>
          <p:cNvSpPr>
            <a:spLocks noGrp="1"/>
          </p:cNvSpPr>
          <p:nvPr>
            <p:ph type="sldNum" sz="quarter" idx="12"/>
          </p:nvPr>
        </p:nvSpPr>
        <p:spPr/>
        <p:txBody>
          <a:bodyPr/>
          <a:lstStyle/>
          <a:p>
            <a:fld id="{D67EB81F-4DFB-4028-A191-72B91FC75F55}" type="slidenum">
              <a:rPr lang="en-US" smtClean="0"/>
              <a:t>1</a:t>
            </a:fld>
            <a:endParaRPr lang="en-US"/>
          </a:p>
        </p:txBody>
      </p:sp>
    </p:spTree>
    <p:extLst>
      <p:ext uri="{BB962C8B-B14F-4D97-AF65-F5344CB8AC3E}">
        <p14:creationId xmlns:p14="http://schemas.microsoft.com/office/powerpoint/2010/main" val="37912301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DD2CFBD-031D-E57B-E279-D5699A6314BE}"/>
              </a:ext>
            </a:extLst>
          </p:cNvPr>
          <p:cNvSpPr>
            <a:spLocks noGrp="1"/>
          </p:cNvSpPr>
          <p:nvPr>
            <p:ph type="title"/>
          </p:nvPr>
        </p:nvSpPr>
        <p:spPr/>
        <p:txBody>
          <a:bodyPr/>
          <a:lstStyle/>
          <a:p>
            <a:r>
              <a:rPr lang="it-IT" dirty="0">
                <a:latin typeface="Source Sans Pro" panose="020B0503030403020204" pitchFamily="34" charset="0"/>
                <a:ea typeface="Roboto Slab Black" pitchFamily="2" charset="0"/>
              </a:rPr>
              <a:t>The RATIONALE</a:t>
            </a:r>
            <a:endParaRPr lang="en-GB" dirty="0"/>
          </a:p>
        </p:txBody>
      </p:sp>
      <p:sp>
        <p:nvSpPr>
          <p:cNvPr id="13" name="Content Placeholder 12">
            <a:extLst>
              <a:ext uri="{FF2B5EF4-FFF2-40B4-BE49-F238E27FC236}">
                <a16:creationId xmlns:a16="http://schemas.microsoft.com/office/drawing/2014/main" id="{725A1A77-F870-17C1-A400-F5BB469BCA6A}"/>
              </a:ext>
            </a:extLst>
          </p:cNvPr>
          <p:cNvSpPr>
            <a:spLocks noGrp="1"/>
          </p:cNvSpPr>
          <p:nvPr>
            <p:ph idx="1"/>
          </p:nvPr>
        </p:nvSpPr>
        <p:spPr/>
        <p:txBody>
          <a:bodyPr>
            <a:normAutofit/>
          </a:bodyPr>
          <a:lstStyle/>
          <a:p>
            <a:pPr marL="0" lvl="0" indent="0" algn="just">
              <a:lnSpc>
                <a:spcPct val="100000"/>
              </a:lnSpc>
              <a:spcBef>
                <a:spcPts val="0"/>
              </a:spcBef>
              <a:spcAft>
                <a:spcPts val="400"/>
              </a:spcAft>
              <a:buNone/>
              <a:defRPr/>
            </a:pPr>
            <a:r>
              <a:rPr kumimoji="0" lang="en-US" sz="2000" b="1" i="0" u="none" strike="noStrike" kern="0" cap="none" spc="0" normalizeH="0" baseline="0" noProof="0" dirty="0">
                <a:ln>
                  <a:noFill/>
                </a:ln>
                <a:solidFill>
                  <a:srgbClr val="4C94D8"/>
                </a:solidFill>
                <a:effectLst/>
                <a:uLnTx/>
                <a:uFillTx/>
                <a:latin typeface="Calibri" panose="020F0502020204030204" pitchFamily="34" charset="0"/>
                <a:ea typeface="Calibri" panose="020F0502020204030204" pitchFamily="34" charset="0"/>
                <a:cs typeface="Times New Roman" panose="02020603050405020304" pitchFamily="18" charset="0"/>
              </a:rPr>
              <a:t>Plan4ARI</a:t>
            </a:r>
            <a:r>
              <a:rPr kumimoji="0" lang="en-US" sz="2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mn-cs"/>
              </a:rPr>
              <a:t> identifies four levels </a:t>
            </a:r>
            <a:r>
              <a:rPr lang="en-GB" sz="2000" kern="100" dirty="0">
                <a:solidFill>
                  <a:srgbClr val="000000"/>
                </a:solidFill>
                <a:latin typeface="Calibri" panose="020F0502020204030204" pitchFamily="34" charset="0"/>
                <a:ea typeface="Calibri" panose="020F0502020204030204" pitchFamily="34" charset="0"/>
              </a:rPr>
              <a:t>at which AI can dramatically improve the use</a:t>
            </a:r>
            <a:r>
              <a:rPr kumimoji="0" lang="en-US" sz="2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mn-cs"/>
              </a:rPr>
              <a:t> of robots in an industrial context. </a:t>
            </a:r>
            <a:endParaRPr kumimoji="0" lang="en-GB" sz="2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mn-cs"/>
            </a:endParaRPr>
          </a:p>
          <a:p>
            <a:pPr marL="342900" marR="0" lvl="0" indent="-342900" algn="just" defTabSz="914400" rtl="0" eaLnBrk="1" fontAlgn="auto" latinLnBrk="0" hangingPunct="1">
              <a:lnSpc>
                <a:spcPct val="100000"/>
              </a:lnSpc>
              <a:spcBef>
                <a:spcPts val="0"/>
              </a:spcBef>
              <a:spcAft>
                <a:spcPts val="0"/>
              </a:spcAft>
              <a:buClr>
                <a:srgbClr val="4C94D8"/>
              </a:buClr>
              <a:buSzTx/>
              <a:buFont typeface="Wingdings" panose="05000000000000000000" pitchFamily="2" charset="2"/>
              <a:buChar char=""/>
              <a:tabLst/>
              <a:defRPr/>
            </a:pPr>
            <a:r>
              <a:rPr kumimoji="0" lang="en-US" sz="2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A robot is intelligent if the </a:t>
            </a:r>
            <a:r>
              <a:rPr kumimoji="0" lang="en-US" sz="2000" b="1"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user can describe the task </a:t>
            </a:r>
            <a:r>
              <a:rPr kumimoji="0" lang="en-US" sz="2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to be tackled instead of coding</a:t>
            </a:r>
          </a:p>
          <a:p>
            <a:pPr marL="0" marR="0" lvl="0" indent="0" algn="just" defTabSz="914400" rtl="0" eaLnBrk="1" fontAlgn="auto" latinLnBrk="0" hangingPunct="1">
              <a:lnSpc>
                <a:spcPct val="100000"/>
              </a:lnSpc>
              <a:spcBef>
                <a:spcPts val="0"/>
              </a:spcBef>
              <a:spcAft>
                <a:spcPts val="0"/>
              </a:spcAft>
              <a:buClr>
                <a:srgbClr val="4C94D8"/>
              </a:buClr>
              <a:buSzTx/>
              <a:buNone/>
              <a:tabLst/>
              <a:defRPr/>
            </a:pPr>
            <a:endParaRPr kumimoji="0" lang="en-GB" sz="2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342900" marR="0" lvl="0" indent="-342900" algn="just" defTabSz="914400" rtl="0" eaLnBrk="1" fontAlgn="auto" latinLnBrk="0" hangingPunct="1">
              <a:lnSpc>
                <a:spcPct val="100000"/>
              </a:lnSpc>
              <a:spcBef>
                <a:spcPts val="0"/>
              </a:spcBef>
              <a:spcAft>
                <a:spcPts val="0"/>
              </a:spcAft>
              <a:buClr>
                <a:srgbClr val="4C94D8"/>
              </a:buClr>
              <a:buSzTx/>
              <a:buFont typeface="Wingdings" panose="05000000000000000000" pitchFamily="2" charset="2"/>
              <a:buChar char=""/>
              <a:tabLst/>
              <a:defRPr/>
            </a:pPr>
            <a:r>
              <a:rPr kumimoji="0" lang="en-US" sz="2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A robot is intelligent if it can </a:t>
            </a:r>
            <a:r>
              <a:rPr kumimoji="0" lang="en-US" sz="2000" b="1"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autonomously solve how to tackle a task</a:t>
            </a:r>
            <a:r>
              <a:rPr kumimoji="0" lang="en-US" sz="2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 considering other agents (robots or humans) inside the operative scene</a:t>
            </a:r>
          </a:p>
          <a:p>
            <a:pPr marL="0" marR="0" lvl="0" indent="0" algn="just" defTabSz="914400" rtl="0" eaLnBrk="1" fontAlgn="auto" latinLnBrk="0" hangingPunct="1">
              <a:lnSpc>
                <a:spcPct val="100000"/>
              </a:lnSpc>
              <a:spcBef>
                <a:spcPts val="0"/>
              </a:spcBef>
              <a:spcAft>
                <a:spcPts val="0"/>
              </a:spcAft>
              <a:buClr>
                <a:srgbClr val="4C94D8"/>
              </a:buClr>
              <a:buSzTx/>
              <a:buNone/>
              <a:tabLst/>
              <a:defRPr/>
            </a:pPr>
            <a:endParaRPr kumimoji="0" lang="en-GB" sz="2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342900" marR="0" lvl="0" indent="-342900" algn="just" defTabSz="914400" rtl="0" eaLnBrk="1" fontAlgn="auto" latinLnBrk="0" hangingPunct="1">
              <a:lnSpc>
                <a:spcPct val="100000"/>
              </a:lnSpc>
              <a:spcBef>
                <a:spcPts val="0"/>
              </a:spcBef>
              <a:spcAft>
                <a:spcPts val="0"/>
              </a:spcAft>
              <a:buClr>
                <a:srgbClr val="4C94D8"/>
              </a:buClr>
              <a:buSzTx/>
              <a:buFont typeface="Wingdings" panose="05000000000000000000" pitchFamily="2" charset="2"/>
              <a:buChar char=""/>
              <a:tabLst/>
              <a:defRPr/>
            </a:pPr>
            <a:r>
              <a:rPr kumimoji="0" lang="en-US" sz="2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A robot is intelligent if it can plan its movement considering the context and preserving </a:t>
            </a:r>
            <a:r>
              <a:rPr kumimoji="0" lang="en-US" sz="2000" b="1"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safety</a:t>
            </a:r>
            <a:r>
              <a:rPr kumimoji="0" lang="en-US" sz="2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 under all the operative conditions</a:t>
            </a:r>
          </a:p>
          <a:p>
            <a:pPr marL="0" marR="0" lvl="0" indent="0" algn="just" defTabSz="914400" rtl="0" eaLnBrk="1" fontAlgn="auto" latinLnBrk="0" hangingPunct="1">
              <a:lnSpc>
                <a:spcPct val="100000"/>
              </a:lnSpc>
              <a:spcBef>
                <a:spcPts val="0"/>
              </a:spcBef>
              <a:spcAft>
                <a:spcPts val="0"/>
              </a:spcAft>
              <a:buClr>
                <a:srgbClr val="4C94D8"/>
              </a:buClr>
              <a:buSzTx/>
              <a:buNone/>
              <a:tabLst/>
              <a:defRPr/>
            </a:pPr>
            <a:endParaRPr kumimoji="0" lang="en-GB" sz="2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342900" marR="0" lvl="0" indent="-342900" algn="just" defTabSz="914400" rtl="0" eaLnBrk="1" fontAlgn="auto" latinLnBrk="0" hangingPunct="1">
              <a:lnSpc>
                <a:spcPct val="100000"/>
              </a:lnSpc>
              <a:spcBef>
                <a:spcPts val="0"/>
              </a:spcBef>
              <a:spcAft>
                <a:spcPts val="400"/>
              </a:spcAft>
              <a:buClr>
                <a:srgbClr val="4C94D8"/>
              </a:buClr>
              <a:buSzTx/>
              <a:buFont typeface="Wingdings" panose="05000000000000000000" pitchFamily="2" charset="2"/>
              <a:buChar char=""/>
              <a:tabLst/>
              <a:defRPr/>
            </a:pPr>
            <a:r>
              <a:rPr kumimoji="0" lang="en-US" sz="2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A robot is intelligent if it can </a:t>
            </a:r>
            <a:r>
              <a:rPr kumimoji="0" lang="en-US" sz="2000" b="1"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move</a:t>
            </a:r>
            <a:r>
              <a:rPr kumimoji="0" lang="en-US" sz="2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 and </a:t>
            </a:r>
            <a:r>
              <a:rPr kumimoji="0" lang="en-US" sz="2000" b="1"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react</a:t>
            </a:r>
            <a:r>
              <a:rPr kumimoji="0" lang="en-US" sz="2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 appropriately during the execution of tasks according to the scene evolution</a:t>
            </a:r>
            <a:endParaRPr kumimoji="0" lang="en-GB" sz="2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4" name="Date Placeholder 13">
            <a:extLst>
              <a:ext uri="{FF2B5EF4-FFF2-40B4-BE49-F238E27FC236}">
                <a16:creationId xmlns:a16="http://schemas.microsoft.com/office/drawing/2014/main" id="{668A5283-E9EB-DE54-4849-A06B7227ACF7}"/>
              </a:ext>
            </a:extLst>
          </p:cNvPr>
          <p:cNvSpPr>
            <a:spLocks noGrp="1"/>
          </p:cNvSpPr>
          <p:nvPr>
            <p:ph type="dt" sz="half" idx="10"/>
          </p:nvPr>
        </p:nvSpPr>
        <p:spPr/>
        <p:txBody>
          <a:bodyPr/>
          <a:lstStyle/>
          <a:p>
            <a:r>
              <a:rPr lang="en-US"/>
              <a:t>3/19/2026</a:t>
            </a:r>
          </a:p>
        </p:txBody>
      </p:sp>
      <p:sp>
        <p:nvSpPr>
          <p:cNvPr id="15" name="Footer Placeholder 14">
            <a:extLst>
              <a:ext uri="{FF2B5EF4-FFF2-40B4-BE49-F238E27FC236}">
                <a16:creationId xmlns:a16="http://schemas.microsoft.com/office/drawing/2014/main" id="{BCDCAEB8-6504-266B-F169-04082436BC47}"/>
              </a:ext>
            </a:extLst>
          </p:cNvPr>
          <p:cNvSpPr>
            <a:spLocks noGrp="1"/>
          </p:cNvSpPr>
          <p:nvPr>
            <p:ph type="ftr" sz="quarter" idx="11"/>
          </p:nvPr>
        </p:nvSpPr>
        <p:spPr/>
        <p:txBody>
          <a:bodyPr/>
          <a:lstStyle/>
          <a:p>
            <a:r>
              <a:rPr lang="en-US"/>
              <a:t>PLAN4ARI-FISA24-00099 Crugliasco (TO)</a:t>
            </a:r>
          </a:p>
        </p:txBody>
      </p:sp>
      <p:sp>
        <p:nvSpPr>
          <p:cNvPr id="16" name="Slide Number Placeholder 15">
            <a:extLst>
              <a:ext uri="{FF2B5EF4-FFF2-40B4-BE49-F238E27FC236}">
                <a16:creationId xmlns:a16="http://schemas.microsoft.com/office/drawing/2014/main" id="{97C75F98-900B-6347-12C8-4335878C923D}"/>
              </a:ext>
            </a:extLst>
          </p:cNvPr>
          <p:cNvSpPr>
            <a:spLocks noGrp="1"/>
          </p:cNvSpPr>
          <p:nvPr>
            <p:ph type="sldNum" sz="quarter" idx="12"/>
          </p:nvPr>
        </p:nvSpPr>
        <p:spPr/>
        <p:txBody>
          <a:bodyPr/>
          <a:lstStyle/>
          <a:p>
            <a:fld id="{D67EB81F-4DFB-4028-A191-72B91FC75F55}" type="slidenum">
              <a:rPr lang="en-US" smtClean="0"/>
              <a:t>2</a:t>
            </a:fld>
            <a:endParaRPr lang="en-US"/>
          </a:p>
        </p:txBody>
      </p:sp>
    </p:spTree>
    <p:extLst>
      <p:ext uri="{BB962C8B-B14F-4D97-AF65-F5344CB8AC3E}">
        <p14:creationId xmlns:p14="http://schemas.microsoft.com/office/powerpoint/2010/main" val="1517200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A2EA933-7274-BF84-F58F-D2EAD567C9AD}"/>
              </a:ext>
            </a:extLst>
          </p:cNvPr>
          <p:cNvSpPr>
            <a:spLocks noGrp="1"/>
          </p:cNvSpPr>
          <p:nvPr>
            <p:ph type="title"/>
          </p:nvPr>
        </p:nvSpPr>
        <p:spPr/>
        <p:txBody>
          <a:bodyPr anchor="ctr" anchorCtr="0"/>
          <a:lstStyle/>
          <a:p>
            <a:r>
              <a:rPr lang="en-GB" dirty="0"/>
              <a:t>AI = IPC + Add-ons</a:t>
            </a:r>
          </a:p>
        </p:txBody>
      </p:sp>
      <p:sp>
        <p:nvSpPr>
          <p:cNvPr id="13" name="Text Placeholder 12">
            <a:extLst>
              <a:ext uri="{FF2B5EF4-FFF2-40B4-BE49-F238E27FC236}">
                <a16:creationId xmlns:a16="http://schemas.microsoft.com/office/drawing/2014/main" id="{5472CCEA-DFAA-FBE8-3795-48146708AE4D}"/>
              </a:ext>
            </a:extLst>
          </p:cNvPr>
          <p:cNvSpPr>
            <a:spLocks noGrp="1"/>
          </p:cNvSpPr>
          <p:nvPr>
            <p:ph type="body" sz="half" idx="2"/>
          </p:nvPr>
        </p:nvSpPr>
        <p:spPr/>
        <p:txBody>
          <a:bodyPr/>
          <a:lstStyle/>
          <a:p>
            <a:r>
              <a:rPr lang="en-GB" dirty="0"/>
              <a:t>The idea was to extend the </a:t>
            </a:r>
            <a:r>
              <a:rPr lang="en-GB" b="1" dirty="0"/>
              <a:t>COMAU’s</a:t>
            </a:r>
            <a:r>
              <a:rPr lang="en-GB" dirty="0"/>
              <a:t> new controller with a set of tools to expand the controller abilities</a:t>
            </a:r>
          </a:p>
        </p:txBody>
      </p:sp>
      <p:pic>
        <p:nvPicPr>
          <p:cNvPr id="14" name="Picture Placeholder 13">
            <a:extLst>
              <a:ext uri="{FF2B5EF4-FFF2-40B4-BE49-F238E27FC236}">
                <a16:creationId xmlns:a16="http://schemas.microsoft.com/office/drawing/2014/main" id="{7FCA1585-8365-A18C-E736-A68FC0DC7D07}"/>
              </a:ext>
            </a:extLst>
          </p:cNvPr>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t="6921" b="6921"/>
          <a:stretch>
            <a:fillRect/>
          </a:stretch>
        </p:blipFill>
        <p:spPr bwMode="auto">
          <a:xfrm>
            <a:off x="838200" y="2119313"/>
            <a:ext cx="10517188" cy="3795712"/>
          </a:xfrm>
          <a:prstGeom prst="rect">
            <a:avLst/>
          </a:prstGeom>
          <a:noFill/>
          <a:ln>
            <a:solidFill>
              <a:schemeClr val="accent4"/>
            </a:solidFill>
          </a:ln>
        </p:spPr>
      </p:pic>
      <p:sp>
        <p:nvSpPr>
          <p:cNvPr id="15" name="Date Placeholder 14">
            <a:extLst>
              <a:ext uri="{FF2B5EF4-FFF2-40B4-BE49-F238E27FC236}">
                <a16:creationId xmlns:a16="http://schemas.microsoft.com/office/drawing/2014/main" id="{12523499-042B-5FBD-7FA9-2C3EE62AE56D}"/>
              </a:ext>
            </a:extLst>
          </p:cNvPr>
          <p:cNvSpPr>
            <a:spLocks noGrp="1"/>
          </p:cNvSpPr>
          <p:nvPr>
            <p:ph type="dt" sz="half" idx="10"/>
          </p:nvPr>
        </p:nvSpPr>
        <p:spPr/>
        <p:txBody>
          <a:bodyPr/>
          <a:lstStyle/>
          <a:p>
            <a:r>
              <a:rPr lang="en-US"/>
              <a:t>3/19/2026</a:t>
            </a:r>
          </a:p>
        </p:txBody>
      </p:sp>
      <p:sp>
        <p:nvSpPr>
          <p:cNvPr id="16" name="Footer Placeholder 15">
            <a:extLst>
              <a:ext uri="{FF2B5EF4-FFF2-40B4-BE49-F238E27FC236}">
                <a16:creationId xmlns:a16="http://schemas.microsoft.com/office/drawing/2014/main" id="{78EE4507-A6DB-84C7-D82D-E657DC5B8657}"/>
              </a:ext>
            </a:extLst>
          </p:cNvPr>
          <p:cNvSpPr>
            <a:spLocks noGrp="1"/>
          </p:cNvSpPr>
          <p:nvPr>
            <p:ph type="ftr" sz="quarter" idx="11"/>
          </p:nvPr>
        </p:nvSpPr>
        <p:spPr/>
        <p:txBody>
          <a:bodyPr/>
          <a:lstStyle/>
          <a:p>
            <a:r>
              <a:rPr lang="en-US"/>
              <a:t>PLAN4ARI-FISA24-00099 Crugliasco (TO)</a:t>
            </a:r>
          </a:p>
        </p:txBody>
      </p:sp>
      <p:sp>
        <p:nvSpPr>
          <p:cNvPr id="17" name="Slide Number Placeholder 16">
            <a:extLst>
              <a:ext uri="{FF2B5EF4-FFF2-40B4-BE49-F238E27FC236}">
                <a16:creationId xmlns:a16="http://schemas.microsoft.com/office/drawing/2014/main" id="{730C637B-49CD-EA9A-0999-9B69940A4F1F}"/>
              </a:ext>
            </a:extLst>
          </p:cNvPr>
          <p:cNvSpPr>
            <a:spLocks noGrp="1"/>
          </p:cNvSpPr>
          <p:nvPr>
            <p:ph type="sldNum" sz="quarter" idx="12"/>
          </p:nvPr>
        </p:nvSpPr>
        <p:spPr/>
        <p:txBody>
          <a:bodyPr/>
          <a:lstStyle/>
          <a:p>
            <a:fld id="{D67EB81F-4DFB-4028-A191-72B91FC75F55}" type="slidenum">
              <a:rPr lang="en-US" smtClean="0"/>
              <a:t>3</a:t>
            </a:fld>
            <a:endParaRPr lang="en-US"/>
          </a:p>
        </p:txBody>
      </p:sp>
    </p:spTree>
    <p:extLst>
      <p:ext uri="{BB962C8B-B14F-4D97-AF65-F5344CB8AC3E}">
        <p14:creationId xmlns:p14="http://schemas.microsoft.com/office/powerpoint/2010/main" val="1617987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6BE0B-4BD6-FB47-CCAD-C7746CF524E9}"/>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036D2DD3-8348-A668-A0E6-078BF0D19F8C}"/>
              </a:ext>
            </a:extLst>
          </p:cNvPr>
          <p:cNvSpPr>
            <a:spLocks noGrp="1"/>
          </p:cNvSpPr>
          <p:nvPr>
            <p:ph type="title"/>
          </p:nvPr>
        </p:nvSpPr>
        <p:spPr/>
        <p:txBody>
          <a:bodyPr anchor="ctr" anchorCtr="0"/>
          <a:lstStyle/>
          <a:p>
            <a:r>
              <a:rPr lang="en-GB" dirty="0"/>
              <a:t>AI = IPC + Add-ons</a:t>
            </a:r>
          </a:p>
        </p:txBody>
      </p:sp>
      <p:sp>
        <p:nvSpPr>
          <p:cNvPr id="13" name="Text Placeholder 12">
            <a:extLst>
              <a:ext uri="{FF2B5EF4-FFF2-40B4-BE49-F238E27FC236}">
                <a16:creationId xmlns:a16="http://schemas.microsoft.com/office/drawing/2014/main" id="{9EA17D22-40CC-71E5-A973-1504C904A71C}"/>
              </a:ext>
            </a:extLst>
          </p:cNvPr>
          <p:cNvSpPr>
            <a:spLocks noGrp="1"/>
          </p:cNvSpPr>
          <p:nvPr>
            <p:ph type="body" sz="half" idx="2"/>
          </p:nvPr>
        </p:nvSpPr>
        <p:spPr/>
        <p:txBody>
          <a:bodyPr/>
          <a:lstStyle/>
          <a:p>
            <a:r>
              <a:rPr lang="en-GB" dirty="0"/>
              <a:t>The idea was to extend the </a:t>
            </a:r>
            <a:r>
              <a:rPr lang="en-GB" b="1" dirty="0"/>
              <a:t>COMAU’s</a:t>
            </a:r>
            <a:r>
              <a:rPr lang="en-GB" dirty="0"/>
              <a:t> new controller with a set of tools to expand the controller abilities</a:t>
            </a:r>
          </a:p>
        </p:txBody>
      </p:sp>
      <p:pic>
        <p:nvPicPr>
          <p:cNvPr id="4" name="Picture Placeholder 3" descr="A diagram of a machine&#10;&#10;Description automatically generated">
            <a:extLst>
              <a:ext uri="{FF2B5EF4-FFF2-40B4-BE49-F238E27FC236}">
                <a16:creationId xmlns:a16="http://schemas.microsoft.com/office/drawing/2014/main" id="{D2C50AB5-7557-2ACE-DE06-D3D9023C125C}"/>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2508" r="2508"/>
          <a:stretch>
            <a:fillRect/>
          </a:stretch>
        </p:blipFill>
        <p:spPr>
          <a:prstGeom prst="rect">
            <a:avLst/>
          </a:prstGeom>
        </p:spPr>
      </p:pic>
      <p:sp>
        <p:nvSpPr>
          <p:cNvPr id="5" name="Date Placeholder 4">
            <a:extLst>
              <a:ext uri="{FF2B5EF4-FFF2-40B4-BE49-F238E27FC236}">
                <a16:creationId xmlns:a16="http://schemas.microsoft.com/office/drawing/2014/main" id="{975AFAD2-53AC-0A32-6DBA-43FD5F3D9A36}"/>
              </a:ext>
            </a:extLst>
          </p:cNvPr>
          <p:cNvSpPr>
            <a:spLocks noGrp="1"/>
          </p:cNvSpPr>
          <p:nvPr>
            <p:ph type="dt" sz="half" idx="10"/>
          </p:nvPr>
        </p:nvSpPr>
        <p:spPr/>
        <p:txBody>
          <a:bodyPr/>
          <a:lstStyle/>
          <a:p>
            <a:r>
              <a:rPr lang="en-US"/>
              <a:t>3/19/2026</a:t>
            </a:r>
          </a:p>
        </p:txBody>
      </p:sp>
      <p:sp>
        <p:nvSpPr>
          <p:cNvPr id="6" name="Footer Placeholder 5">
            <a:extLst>
              <a:ext uri="{FF2B5EF4-FFF2-40B4-BE49-F238E27FC236}">
                <a16:creationId xmlns:a16="http://schemas.microsoft.com/office/drawing/2014/main" id="{FCA7C5C9-447F-7409-39EF-94C669C817BE}"/>
              </a:ext>
            </a:extLst>
          </p:cNvPr>
          <p:cNvSpPr>
            <a:spLocks noGrp="1"/>
          </p:cNvSpPr>
          <p:nvPr>
            <p:ph type="ftr" sz="quarter" idx="11"/>
          </p:nvPr>
        </p:nvSpPr>
        <p:spPr/>
        <p:txBody>
          <a:bodyPr/>
          <a:lstStyle/>
          <a:p>
            <a:r>
              <a:rPr lang="en-US"/>
              <a:t>PLAN4ARI-FISA24-00099 Crugliasco (TO)</a:t>
            </a:r>
          </a:p>
        </p:txBody>
      </p:sp>
      <p:sp>
        <p:nvSpPr>
          <p:cNvPr id="7" name="Slide Number Placeholder 6">
            <a:extLst>
              <a:ext uri="{FF2B5EF4-FFF2-40B4-BE49-F238E27FC236}">
                <a16:creationId xmlns:a16="http://schemas.microsoft.com/office/drawing/2014/main" id="{A9F044C4-DB52-2B9D-FE08-1990FD15E4E0}"/>
              </a:ext>
            </a:extLst>
          </p:cNvPr>
          <p:cNvSpPr>
            <a:spLocks noGrp="1"/>
          </p:cNvSpPr>
          <p:nvPr>
            <p:ph type="sldNum" sz="quarter" idx="12"/>
          </p:nvPr>
        </p:nvSpPr>
        <p:spPr/>
        <p:txBody>
          <a:bodyPr/>
          <a:lstStyle/>
          <a:p>
            <a:fld id="{D67EB81F-4DFB-4028-A191-72B91FC75F55}" type="slidenum">
              <a:rPr lang="en-US" smtClean="0"/>
              <a:t>4</a:t>
            </a:fld>
            <a:endParaRPr lang="en-US"/>
          </a:p>
        </p:txBody>
      </p:sp>
    </p:spTree>
    <p:extLst>
      <p:ext uri="{BB962C8B-B14F-4D97-AF65-F5344CB8AC3E}">
        <p14:creationId xmlns:p14="http://schemas.microsoft.com/office/powerpoint/2010/main" val="192664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30B55-86C2-CABD-F078-D2BBE14C2D99}"/>
              </a:ext>
            </a:extLst>
          </p:cNvPr>
          <p:cNvSpPr>
            <a:spLocks noGrp="1"/>
          </p:cNvSpPr>
          <p:nvPr>
            <p:ph type="title"/>
          </p:nvPr>
        </p:nvSpPr>
        <p:spPr/>
        <p:txBody>
          <a:bodyPr/>
          <a:lstStyle/>
          <a:p>
            <a:r>
              <a:rPr lang="en-GB" dirty="0"/>
              <a:t>GANTT</a:t>
            </a:r>
          </a:p>
        </p:txBody>
      </p:sp>
      <p:pic>
        <p:nvPicPr>
          <p:cNvPr id="6" name="Picture 5">
            <a:extLst>
              <a:ext uri="{FF2B5EF4-FFF2-40B4-BE49-F238E27FC236}">
                <a16:creationId xmlns:a16="http://schemas.microsoft.com/office/drawing/2014/main" id="{2C710879-7AC9-4E8A-B246-F8571DCF300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4126" y="1111947"/>
            <a:ext cx="6645910" cy="5597525"/>
          </a:xfrm>
          <a:prstGeom prst="rect">
            <a:avLst/>
          </a:prstGeom>
          <a:noFill/>
          <a:ln>
            <a:noFill/>
          </a:ln>
        </p:spPr>
      </p:pic>
      <p:sp>
        <p:nvSpPr>
          <p:cNvPr id="7" name="TextBox 6">
            <a:extLst>
              <a:ext uri="{FF2B5EF4-FFF2-40B4-BE49-F238E27FC236}">
                <a16:creationId xmlns:a16="http://schemas.microsoft.com/office/drawing/2014/main" id="{4E4D91A5-DDB8-2C81-8FB0-2B62D5E63392}"/>
              </a:ext>
            </a:extLst>
          </p:cNvPr>
          <p:cNvSpPr txBox="1"/>
          <p:nvPr/>
        </p:nvSpPr>
        <p:spPr>
          <a:xfrm>
            <a:off x="7023370" y="2525714"/>
            <a:ext cx="3098797" cy="1200329"/>
          </a:xfrm>
          <a:prstGeom prst="rect">
            <a:avLst/>
          </a:prstGeom>
          <a:noFill/>
        </p:spPr>
        <p:txBody>
          <a:bodyPr wrap="none" rtlCol="0">
            <a:spAutoFit/>
          </a:bodyPr>
          <a:lstStyle/>
          <a:p>
            <a:r>
              <a:rPr lang="en-GB" dirty="0"/>
              <a:t>1 Management Work Package</a:t>
            </a:r>
          </a:p>
          <a:p>
            <a:r>
              <a:rPr lang="en-GB" dirty="0"/>
              <a:t>5 Technical Work Packages</a:t>
            </a:r>
          </a:p>
          <a:p>
            <a:r>
              <a:rPr lang="en-GB" dirty="0"/>
              <a:t>1 Demonstrative Work Package</a:t>
            </a:r>
          </a:p>
          <a:p>
            <a:r>
              <a:rPr lang="en-GB" dirty="0"/>
              <a:t>1 Dissemination Work Package</a:t>
            </a:r>
          </a:p>
        </p:txBody>
      </p:sp>
      <p:sp>
        <p:nvSpPr>
          <p:cNvPr id="8" name="Date Placeholder 7">
            <a:extLst>
              <a:ext uri="{FF2B5EF4-FFF2-40B4-BE49-F238E27FC236}">
                <a16:creationId xmlns:a16="http://schemas.microsoft.com/office/drawing/2014/main" id="{F7B094C8-1137-6030-FC39-68397E7DF02C}"/>
              </a:ext>
            </a:extLst>
          </p:cNvPr>
          <p:cNvSpPr>
            <a:spLocks noGrp="1"/>
          </p:cNvSpPr>
          <p:nvPr>
            <p:ph type="dt" sz="half" idx="10"/>
          </p:nvPr>
        </p:nvSpPr>
        <p:spPr/>
        <p:txBody>
          <a:bodyPr/>
          <a:lstStyle/>
          <a:p>
            <a:r>
              <a:rPr lang="en-US"/>
              <a:t>3/19/2026</a:t>
            </a:r>
          </a:p>
        </p:txBody>
      </p:sp>
      <p:sp>
        <p:nvSpPr>
          <p:cNvPr id="9" name="Footer Placeholder 8">
            <a:extLst>
              <a:ext uri="{FF2B5EF4-FFF2-40B4-BE49-F238E27FC236}">
                <a16:creationId xmlns:a16="http://schemas.microsoft.com/office/drawing/2014/main" id="{B8C67E81-CE7B-29C9-0504-DFBE0AADA3C7}"/>
              </a:ext>
            </a:extLst>
          </p:cNvPr>
          <p:cNvSpPr>
            <a:spLocks noGrp="1"/>
          </p:cNvSpPr>
          <p:nvPr>
            <p:ph type="ftr" sz="quarter" idx="11"/>
          </p:nvPr>
        </p:nvSpPr>
        <p:spPr/>
        <p:txBody>
          <a:bodyPr/>
          <a:lstStyle/>
          <a:p>
            <a:r>
              <a:rPr lang="en-US"/>
              <a:t>PLAN4ARI-FISA24-00099 Crugliasco (TO)</a:t>
            </a:r>
          </a:p>
        </p:txBody>
      </p:sp>
      <p:sp>
        <p:nvSpPr>
          <p:cNvPr id="10" name="Slide Number Placeholder 9">
            <a:extLst>
              <a:ext uri="{FF2B5EF4-FFF2-40B4-BE49-F238E27FC236}">
                <a16:creationId xmlns:a16="http://schemas.microsoft.com/office/drawing/2014/main" id="{590315B1-F66E-4E96-C251-164DE2657D39}"/>
              </a:ext>
            </a:extLst>
          </p:cNvPr>
          <p:cNvSpPr>
            <a:spLocks noGrp="1"/>
          </p:cNvSpPr>
          <p:nvPr>
            <p:ph type="sldNum" sz="quarter" idx="12"/>
          </p:nvPr>
        </p:nvSpPr>
        <p:spPr/>
        <p:txBody>
          <a:bodyPr/>
          <a:lstStyle/>
          <a:p>
            <a:fld id="{D67EB81F-4DFB-4028-A191-72B91FC75F55}" type="slidenum">
              <a:rPr lang="en-US" smtClean="0"/>
              <a:t>5</a:t>
            </a:fld>
            <a:endParaRPr lang="en-US"/>
          </a:p>
        </p:txBody>
      </p:sp>
    </p:spTree>
    <p:extLst>
      <p:ext uri="{BB962C8B-B14F-4D97-AF65-F5344CB8AC3E}">
        <p14:creationId xmlns:p14="http://schemas.microsoft.com/office/powerpoint/2010/main" val="1222589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C08F1-073B-E9F8-2B53-BB3CA38EA7B2}"/>
              </a:ext>
            </a:extLst>
          </p:cNvPr>
          <p:cNvSpPr>
            <a:spLocks noGrp="1"/>
          </p:cNvSpPr>
          <p:nvPr>
            <p:ph type="title"/>
          </p:nvPr>
        </p:nvSpPr>
        <p:spPr/>
        <p:txBody>
          <a:bodyPr/>
          <a:lstStyle/>
          <a:p>
            <a:r>
              <a:rPr lang="en-GB" dirty="0">
                <a:solidFill>
                  <a:srgbClr val="002060"/>
                </a:solidFill>
              </a:rPr>
              <a:t>Low-Code</a:t>
            </a:r>
          </a:p>
        </p:txBody>
      </p:sp>
      <p:sp>
        <p:nvSpPr>
          <p:cNvPr id="3" name="Text Placeholder 2">
            <a:extLst>
              <a:ext uri="{FF2B5EF4-FFF2-40B4-BE49-F238E27FC236}">
                <a16:creationId xmlns:a16="http://schemas.microsoft.com/office/drawing/2014/main" id="{BCE692F5-F588-12C0-1664-12523D7C0DBF}"/>
              </a:ext>
            </a:extLst>
          </p:cNvPr>
          <p:cNvSpPr>
            <a:spLocks noGrp="1"/>
          </p:cNvSpPr>
          <p:nvPr>
            <p:ph type="body" idx="1"/>
          </p:nvPr>
        </p:nvSpPr>
        <p:spPr/>
        <p:txBody>
          <a:bodyPr/>
          <a:lstStyle/>
          <a:p>
            <a:r>
              <a:rPr lang="en-GB" dirty="0"/>
              <a:t>A2</a:t>
            </a:r>
          </a:p>
        </p:txBody>
      </p:sp>
      <p:sp>
        <p:nvSpPr>
          <p:cNvPr id="4" name="Date Placeholder 3">
            <a:extLst>
              <a:ext uri="{FF2B5EF4-FFF2-40B4-BE49-F238E27FC236}">
                <a16:creationId xmlns:a16="http://schemas.microsoft.com/office/drawing/2014/main" id="{AA59391E-8862-D34E-ACB0-FC1900D95E8E}"/>
              </a:ext>
            </a:extLst>
          </p:cNvPr>
          <p:cNvSpPr>
            <a:spLocks noGrp="1"/>
          </p:cNvSpPr>
          <p:nvPr>
            <p:ph type="dt" sz="half" idx="10"/>
          </p:nvPr>
        </p:nvSpPr>
        <p:spPr/>
        <p:txBody>
          <a:bodyPr/>
          <a:lstStyle/>
          <a:p>
            <a:r>
              <a:rPr lang="en-US"/>
              <a:t>3/19/2026</a:t>
            </a:r>
          </a:p>
        </p:txBody>
      </p:sp>
      <p:sp>
        <p:nvSpPr>
          <p:cNvPr id="5" name="Footer Placeholder 4">
            <a:extLst>
              <a:ext uri="{FF2B5EF4-FFF2-40B4-BE49-F238E27FC236}">
                <a16:creationId xmlns:a16="http://schemas.microsoft.com/office/drawing/2014/main" id="{328FBA16-2A85-2FE0-5828-26A24AD5E152}"/>
              </a:ext>
            </a:extLst>
          </p:cNvPr>
          <p:cNvSpPr>
            <a:spLocks noGrp="1"/>
          </p:cNvSpPr>
          <p:nvPr>
            <p:ph type="ftr" sz="quarter" idx="11"/>
          </p:nvPr>
        </p:nvSpPr>
        <p:spPr/>
        <p:txBody>
          <a:bodyPr/>
          <a:lstStyle/>
          <a:p>
            <a:r>
              <a:rPr lang="en-US"/>
              <a:t>PLAN4ARI-FISA24-00099 Crugliasco (TO)</a:t>
            </a:r>
            <a:endParaRPr lang="en-US" dirty="0"/>
          </a:p>
        </p:txBody>
      </p:sp>
      <p:sp>
        <p:nvSpPr>
          <p:cNvPr id="6" name="Slide Number Placeholder 5">
            <a:extLst>
              <a:ext uri="{FF2B5EF4-FFF2-40B4-BE49-F238E27FC236}">
                <a16:creationId xmlns:a16="http://schemas.microsoft.com/office/drawing/2014/main" id="{56ED75CB-207E-61E5-1911-DD9082055435}"/>
              </a:ext>
            </a:extLst>
          </p:cNvPr>
          <p:cNvSpPr>
            <a:spLocks noGrp="1"/>
          </p:cNvSpPr>
          <p:nvPr>
            <p:ph type="sldNum" sz="quarter" idx="12"/>
          </p:nvPr>
        </p:nvSpPr>
        <p:spPr/>
        <p:txBody>
          <a:bodyPr/>
          <a:lstStyle/>
          <a:p>
            <a:fld id="{D67EB81F-4DFB-4028-A191-72B91FC75F55}" type="slidenum">
              <a:rPr lang="en-US" smtClean="0"/>
              <a:t>6</a:t>
            </a:fld>
            <a:endParaRPr lang="en-US"/>
          </a:p>
        </p:txBody>
      </p:sp>
    </p:spTree>
    <p:extLst>
      <p:ext uri="{BB962C8B-B14F-4D97-AF65-F5344CB8AC3E}">
        <p14:creationId xmlns:p14="http://schemas.microsoft.com/office/powerpoint/2010/main" val="3938317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4817B-DB0C-0049-C097-9D6909E06D18}"/>
              </a:ext>
            </a:extLst>
          </p:cNvPr>
          <p:cNvSpPr>
            <a:spLocks noGrp="1"/>
          </p:cNvSpPr>
          <p:nvPr>
            <p:ph type="title"/>
          </p:nvPr>
        </p:nvSpPr>
        <p:spPr/>
        <p:txBody>
          <a:bodyPr/>
          <a:lstStyle/>
          <a:p>
            <a:r>
              <a:rPr lang="en-GB" dirty="0"/>
              <a:t>LOW-CODE</a:t>
            </a:r>
            <a:br>
              <a:rPr lang="en-GB" dirty="0"/>
            </a:br>
            <a:r>
              <a:rPr lang="en-GB" sz="2400" dirty="0"/>
              <a:t>From Low-Code to AI Agents</a:t>
            </a:r>
            <a:endParaRPr lang="en-GB" dirty="0"/>
          </a:p>
        </p:txBody>
      </p:sp>
      <p:sp>
        <p:nvSpPr>
          <p:cNvPr id="4" name="Text Placeholder 3">
            <a:extLst>
              <a:ext uri="{FF2B5EF4-FFF2-40B4-BE49-F238E27FC236}">
                <a16:creationId xmlns:a16="http://schemas.microsoft.com/office/drawing/2014/main" id="{2AE8136C-3986-29E7-D3A6-FAAE5BBB9853}"/>
              </a:ext>
            </a:extLst>
          </p:cNvPr>
          <p:cNvSpPr>
            <a:spLocks noGrp="1"/>
          </p:cNvSpPr>
          <p:nvPr>
            <p:ph type="body" sz="half" idx="2"/>
          </p:nvPr>
        </p:nvSpPr>
        <p:spPr/>
        <p:txBody>
          <a:bodyPr/>
          <a:lstStyle/>
          <a:p>
            <a:pPr marL="342900" indent="-342900">
              <a:buAutoNum type="arabicParenR"/>
            </a:pPr>
            <a:r>
              <a:rPr lang="en-GB" dirty="0"/>
              <a:t>Integration with MI.RA/Dexter</a:t>
            </a:r>
          </a:p>
          <a:p>
            <a:pPr marL="342900" indent="-342900">
              <a:buAutoNum type="arabicParenR"/>
            </a:pPr>
            <a:r>
              <a:rPr lang="en-GB" dirty="0"/>
              <a:t>LLM for generating a Knowledge Base</a:t>
            </a:r>
          </a:p>
          <a:p>
            <a:pPr marL="342900" indent="-342900">
              <a:buAutoNum type="arabicParenR"/>
            </a:pPr>
            <a:r>
              <a:rPr lang="en-GB" dirty="0"/>
              <a:t>LLM for generating the Problem description (PDDL)</a:t>
            </a:r>
          </a:p>
          <a:p>
            <a:pPr marL="342900" indent="-342900">
              <a:buAutoNum type="arabicParenR"/>
            </a:pPr>
            <a:r>
              <a:rPr lang="en-GB" dirty="0"/>
              <a:t>Deterministic Solvers (and heuristic for durative actions with variance)</a:t>
            </a:r>
          </a:p>
          <a:p>
            <a:pPr marL="342900" indent="-342900">
              <a:buAutoNum type="arabicParenR"/>
            </a:pPr>
            <a:r>
              <a:rPr lang="en-GB" dirty="0"/>
              <a:t>Integrating Behaviour Trees for execution/expand MI.RA Dexter to integrate BT</a:t>
            </a:r>
          </a:p>
        </p:txBody>
      </p:sp>
      <p:sp>
        <p:nvSpPr>
          <p:cNvPr id="5" name="Date Placeholder 4">
            <a:extLst>
              <a:ext uri="{FF2B5EF4-FFF2-40B4-BE49-F238E27FC236}">
                <a16:creationId xmlns:a16="http://schemas.microsoft.com/office/drawing/2014/main" id="{5EE0D31D-3413-CA10-885B-6E10B92B6084}"/>
              </a:ext>
            </a:extLst>
          </p:cNvPr>
          <p:cNvSpPr>
            <a:spLocks noGrp="1"/>
          </p:cNvSpPr>
          <p:nvPr>
            <p:ph type="dt" sz="half" idx="10"/>
          </p:nvPr>
        </p:nvSpPr>
        <p:spPr/>
        <p:txBody>
          <a:bodyPr/>
          <a:lstStyle/>
          <a:p>
            <a:r>
              <a:rPr lang="en-US"/>
              <a:t>3/19/2026</a:t>
            </a:r>
          </a:p>
        </p:txBody>
      </p:sp>
      <p:sp>
        <p:nvSpPr>
          <p:cNvPr id="6" name="Footer Placeholder 5">
            <a:extLst>
              <a:ext uri="{FF2B5EF4-FFF2-40B4-BE49-F238E27FC236}">
                <a16:creationId xmlns:a16="http://schemas.microsoft.com/office/drawing/2014/main" id="{83497EC4-CB66-6E9E-9503-C133891E954A}"/>
              </a:ext>
            </a:extLst>
          </p:cNvPr>
          <p:cNvSpPr>
            <a:spLocks noGrp="1"/>
          </p:cNvSpPr>
          <p:nvPr>
            <p:ph type="ftr" sz="quarter" idx="11"/>
          </p:nvPr>
        </p:nvSpPr>
        <p:spPr/>
        <p:txBody>
          <a:bodyPr/>
          <a:lstStyle/>
          <a:p>
            <a:r>
              <a:rPr lang="en-US"/>
              <a:t>PLAN4ARI-FISA24-00099 Crugliasco (TO)</a:t>
            </a:r>
          </a:p>
        </p:txBody>
      </p:sp>
      <p:sp>
        <p:nvSpPr>
          <p:cNvPr id="7" name="Slide Number Placeholder 6">
            <a:extLst>
              <a:ext uri="{FF2B5EF4-FFF2-40B4-BE49-F238E27FC236}">
                <a16:creationId xmlns:a16="http://schemas.microsoft.com/office/drawing/2014/main" id="{C814EDB4-0134-7AA3-656A-C98272E7A273}"/>
              </a:ext>
            </a:extLst>
          </p:cNvPr>
          <p:cNvSpPr>
            <a:spLocks noGrp="1"/>
          </p:cNvSpPr>
          <p:nvPr>
            <p:ph type="sldNum" sz="quarter" idx="12"/>
          </p:nvPr>
        </p:nvSpPr>
        <p:spPr/>
        <p:txBody>
          <a:bodyPr/>
          <a:lstStyle/>
          <a:p>
            <a:fld id="{D67EB81F-4DFB-4028-A191-72B91FC75F55}" type="slidenum">
              <a:rPr lang="en-US" smtClean="0"/>
              <a:t>7</a:t>
            </a:fld>
            <a:endParaRPr lang="en-US"/>
          </a:p>
        </p:txBody>
      </p:sp>
      <p:pic>
        <p:nvPicPr>
          <p:cNvPr id="1028" name="Picture 4" descr="Intelligent vision-assisted picking with Comau MIRA OnePicker">
            <a:extLst>
              <a:ext uri="{FF2B5EF4-FFF2-40B4-BE49-F238E27FC236}">
                <a16:creationId xmlns:a16="http://schemas.microsoft.com/office/drawing/2014/main" id="{34BB89EA-4D7E-FA35-C328-952CCF81A1FA}"/>
              </a:ext>
            </a:extLst>
          </p:cNvPr>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l="10976" r="10976"/>
          <a:stretch>
            <a:fillRect/>
          </a:stretch>
        </p:blipFill>
        <p:spPr bwMode="auto">
          <a:xfrm>
            <a:off x="5183188" y="1041400"/>
            <a:ext cx="6918325" cy="487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0599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7B6EAE2-1164-279E-935A-0EB40A3111E9}"/>
              </a:ext>
            </a:extLst>
          </p:cNvPr>
          <p:cNvSpPr>
            <a:spLocks noGrp="1"/>
          </p:cNvSpPr>
          <p:nvPr>
            <p:ph type="title"/>
          </p:nvPr>
        </p:nvSpPr>
        <p:spPr/>
        <p:txBody>
          <a:bodyPr/>
          <a:lstStyle/>
          <a:p>
            <a:r>
              <a:rPr lang="en-GB" dirty="0"/>
              <a:t>A2 - Activities</a:t>
            </a:r>
          </a:p>
        </p:txBody>
      </p:sp>
      <p:sp>
        <p:nvSpPr>
          <p:cNvPr id="5" name="Date Placeholder 4">
            <a:extLst>
              <a:ext uri="{FF2B5EF4-FFF2-40B4-BE49-F238E27FC236}">
                <a16:creationId xmlns:a16="http://schemas.microsoft.com/office/drawing/2014/main" id="{BEFF1538-35EB-B7A2-DDAF-F498220D9024}"/>
              </a:ext>
            </a:extLst>
          </p:cNvPr>
          <p:cNvSpPr>
            <a:spLocks noGrp="1"/>
          </p:cNvSpPr>
          <p:nvPr>
            <p:ph type="dt" sz="half" idx="10"/>
          </p:nvPr>
        </p:nvSpPr>
        <p:spPr/>
        <p:txBody>
          <a:bodyPr/>
          <a:lstStyle/>
          <a:p>
            <a:r>
              <a:rPr lang="en-US"/>
              <a:t>3/19/2026</a:t>
            </a:r>
          </a:p>
        </p:txBody>
      </p:sp>
      <p:sp>
        <p:nvSpPr>
          <p:cNvPr id="6" name="Footer Placeholder 5">
            <a:extLst>
              <a:ext uri="{FF2B5EF4-FFF2-40B4-BE49-F238E27FC236}">
                <a16:creationId xmlns:a16="http://schemas.microsoft.com/office/drawing/2014/main" id="{664E6BE1-D97A-8122-CC21-F7BE9487BAB2}"/>
              </a:ext>
            </a:extLst>
          </p:cNvPr>
          <p:cNvSpPr>
            <a:spLocks noGrp="1"/>
          </p:cNvSpPr>
          <p:nvPr>
            <p:ph type="ftr" sz="quarter" idx="11"/>
          </p:nvPr>
        </p:nvSpPr>
        <p:spPr/>
        <p:txBody>
          <a:bodyPr/>
          <a:lstStyle/>
          <a:p>
            <a:r>
              <a:rPr lang="en-US"/>
              <a:t>PLAN4ARI-FISA24-00099 Crugliasco (TO)</a:t>
            </a:r>
          </a:p>
        </p:txBody>
      </p:sp>
      <p:sp>
        <p:nvSpPr>
          <p:cNvPr id="7" name="Slide Number Placeholder 6">
            <a:extLst>
              <a:ext uri="{FF2B5EF4-FFF2-40B4-BE49-F238E27FC236}">
                <a16:creationId xmlns:a16="http://schemas.microsoft.com/office/drawing/2014/main" id="{A3EE19A6-EA6B-29FB-C421-CD3CA3811814}"/>
              </a:ext>
            </a:extLst>
          </p:cNvPr>
          <p:cNvSpPr>
            <a:spLocks noGrp="1"/>
          </p:cNvSpPr>
          <p:nvPr>
            <p:ph type="sldNum" sz="quarter" idx="12"/>
          </p:nvPr>
        </p:nvSpPr>
        <p:spPr/>
        <p:txBody>
          <a:bodyPr/>
          <a:lstStyle/>
          <a:p>
            <a:fld id="{D67EB81F-4DFB-4028-A191-72B91FC75F55}" type="slidenum">
              <a:rPr lang="en-US" smtClean="0"/>
              <a:t>8</a:t>
            </a:fld>
            <a:endParaRPr lang="en-US"/>
          </a:p>
        </p:txBody>
      </p:sp>
      <p:pic>
        <p:nvPicPr>
          <p:cNvPr id="11" name="Picture 10">
            <a:extLst>
              <a:ext uri="{FF2B5EF4-FFF2-40B4-BE49-F238E27FC236}">
                <a16:creationId xmlns:a16="http://schemas.microsoft.com/office/drawing/2014/main" id="{C38E45DE-A621-81A8-70A3-B63F84660D43}"/>
              </a:ext>
            </a:extLst>
          </p:cNvPr>
          <p:cNvPicPr>
            <a:picLocks noChangeAspect="1"/>
          </p:cNvPicPr>
          <p:nvPr/>
        </p:nvPicPr>
        <p:blipFill>
          <a:blip r:embed="rId2"/>
          <a:stretch>
            <a:fillRect/>
          </a:stretch>
        </p:blipFill>
        <p:spPr>
          <a:xfrm>
            <a:off x="0" y="1175177"/>
            <a:ext cx="12192000" cy="1864247"/>
          </a:xfrm>
          <a:prstGeom prst="rect">
            <a:avLst/>
          </a:prstGeom>
        </p:spPr>
      </p:pic>
      <p:sp>
        <p:nvSpPr>
          <p:cNvPr id="12" name="TextBox 11">
            <a:extLst>
              <a:ext uri="{FF2B5EF4-FFF2-40B4-BE49-F238E27FC236}">
                <a16:creationId xmlns:a16="http://schemas.microsoft.com/office/drawing/2014/main" id="{0A7D2349-C7B9-4EC2-BADC-510D2D53B9C0}"/>
              </a:ext>
            </a:extLst>
          </p:cNvPr>
          <p:cNvSpPr txBox="1"/>
          <p:nvPr/>
        </p:nvSpPr>
        <p:spPr>
          <a:xfrm>
            <a:off x="243191" y="3287949"/>
            <a:ext cx="11815459" cy="2308324"/>
          </a:xfrm>
          <a:prstGeom prst="rect">
            <a:avLst/>
          </a:prstGeom>
          <a:noFill/>
        </p:spPr>
        <p:txBody>
          <a:bodyPr wrap="square" rtlCol="0">
            <a:spAutoFit/>
          </a:bodyPr>
          <a:lstStyle/>
          <a:p>
            <a:r>
              <a:rPr lang="en-US" b="1" dirty="0"/>
              <a:t>Task 2.1 Update of the scientific plan with the last state-of-the-art methodologies and tools [Fundamental Research]</a:t>
            </a:r>
            <a:endParaRPr lang="en-GB" dirty="0"/>
          </a:p>
          <a:p>
            <a:r>
              <a:rPr lang="en-US" b="1" dirty="0"/>
              <a:t>Task 2.2 PDDL2 Generation for Robotic Tasks with Lightweight LLM from Natural Language [Fundamental Research]</a:t>
            </a:r>
            <a:endParaRPr lang="en-GB" dirty="0"/>
          </a:p>
          <a:p>
            <a:r>
              <a:rPr lang="en-US" b="1" dirty="0"/>
              <a:t>Task 2.3 PDDL2 to Behavior Tree Generation with time-variance modeling to integrate variability [Industrial Research]</a:t>
            </a:r>
            <a:endParaRPr lang="en-GB" dirty="0"/>
          </a:p>
          <a:p>
            <a:r>
              <a:rPr lang="en-US" b="1" dirty="0"/>
              <a:t>Task 2.4 Task and Motion Planning Optimization in Digital Twin Environment [Industrial Research]</a:t>
            </a:r>
            <a:endParaRPr lang="en-GB" dirty="0"/>
          </a:p>
          <a:p>
            <a:r>
              <a:rPr lang="en-US" b="1" dirty="0"/>
              <a:t>Task 2.5 Optimal </a:t>
            </a:r>
            <a:r>
              <a:rPr lang="en-US" b="1" dirty="0" err="1"/>
              <a:t>BehaviorTree</a:t>
            </a:r>
            <a:r>
              <a:rPr lang="en-US" b="1" dirty="0"/>
              <a:t> Execution and Online Replanning [Industrial Research]</a:t>
            </a:r>
            <a:endParaRPr lang="en-GB" dirty="0"/>
          </a:p>
          <a:p>
            <a:r>
              <a:rPr lang="en-US" b="1" dirty="0">
                <a:highlight>
                  <a:srgbClr val="00FF00"/>
                </a:highlight>
              </a:rPr>
              <a:t>Task 2.6 Integration of the Task Planning Framework inside MI.RA/Dexter low-code [Industrial Research]</a:t>
            </a:r>
            <a:endParaRPr lang="en-GB" dirty="0">
              <a:highlight>
                <a:srgbClr val="00FF00"/>
              </a:highlight>
            </a:endParaRPr>
          </a:p>
          <a:p>
            <a:r>
              <a:rPr lang="en-US" b="1" dirty="0"/>
              <a:t>Task 2.7 Continuous Integration [Industrial Research]</a:t>
            </a:r>
            <a:endParaRPr lang="en-GB" dirty="0"/>
          </a:p>
          <a:p>
            <a:r>
              <a:rPr lang="en-US" b="1" dirty="0"/>
              <a:t>Task 2.8 Benchmarking and Evaluation [Industrial Research]</a:t>
            </a:r>
            <a:endParaRPr lang="en-GB" dirty="0"/>
          </a:p>
        </p:txBody>
      </p:sp>
    </p:spTree>
    <p:extLst>
      <p:ext uri="{BB962C8B-B14F-4D97-AF65-F5344CB8AC3E}">
        <p14:creationId xmlns:p14="http://schemas.microsoft.com/office/powerpoint/2010/main" val="145528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34D95-5B03-BB82-95FF-E2459FE3E592}"/>
              </a:ext>
            </a:extLst>
          </p:cNvPr>
          <p:cNvSpPr>
            <a:spLocks noGrp="1"/>
          </p:cNvSpPr>
          <p:nvPr>
            <p:ph type="title"/>
          </p:nvPr>
        </p:nvSpPr>
        <p:spPr/>
        <p:txBody>
          <a:bodyPr/>
          <a:lstStyle/>
          <a:p>
            <a:r>
              <a:rPr lang="en-GB" dirty="0"/>
              <a:t>A.2 Roles</a:t>
            </a:r>
          </a:p>
        </p:txBody>
      </p:sp>
      <p:sp>
        <p:nvSpPr>
          <p:cNvPr id="3" name="Content Placeholder 2">
            <a:extLst>
              <a:ext uri="{FF2B5EF4-FFF2-40B4-BE49-F238E27FC236}">
                <a16:creationId xmlns:a16="http://schemas.microsoft.com/office/drawing/2014/main" id="{1FD666ED-B81B-7848-F51F-B681411D2806}"/>
              </a:ext>
            </a:extLst>
          </p:cNvPr>
          <p:cNvSpPr>
            <a:spLocks noGrp="1"/>
          </p:cNvSpPr>
          <p:nvPr>
            <p:ph idx="1"/>
          </p:nvPr>
        </p:nvSpPr>
        <p:spPr/>
        <p:txBody>
          <a:bodyPr>
            <a:noAutofit/>
          </a:bodyPr>
          <a:lstStyle/>
          <a:p>
            <a:pPr marL="228600" lvl="3"/>
            <a:r>
              <a:rPr lang="en-US" b="1" dirty="0"/>
              <a:t>PI Role</a:t>
            </a:r>
            <a:endParaRPr lang="en-GB" b="1" dirty="0"/>
          </a:p>
          <a:p>
            <a:pPr>
              <a:buFont typeface="Courier New" panose="02070309020205020404" pitchFamily="49" charset="0"/>
              <a:buChar char="o"/>
            </a:pPr>
            <a:r>
              <a:rPr lang="en-US" sz="1800" dirty="0"/>
              <a:t>The PI will coordinate the activity and be part of the team that designs the methodology, its deployment, implementation, and testing.</a:t>
            </a:r>
            <a:endParaRPr lang="en-GB" sz="1800" dirty="0"/>
          </a:p>
          <a:p>
            <a:pPr>
              <a:buFont typeface="Courier New" panose="02070309020205020404" pitchFamily="49" charset="0"/>
              <a:buChar char="o"/>
            </a:pPr>
            <a:r>
              <a:rPr lang="en-US" sz="1800" dirty="0"/>
              <a:t>The full team will have a one-week touch point focused on presenting the results to the PI and the Host Institution Responsible for the MI.RA/Dexter platform.</a:t>
            </a:r>
            <a:endParaRPr lang="en-GB" sz="1800" dirty="0"/>
          </a:p>
          <a:p>
            <a:pPr marL="228600" lvl="3"/>
            <a:r>
              <a:rPr lang="en-US" b="1" dirty="0"/>
              <a:t>Research Organization</a:t>
            </a:r>
            <a:endParaRPr lang="en-GB" b="1" dirty="0"/>
          </a:p>
          <a:p>
            <a:pPr>
              <a:buFont typeface="Courier New" panose="02070309020205020404" pitchFamily="49" charset="0"/>
              <a:buChar char="o"/>
            </a:pPr>
            <a:r>
              <a:rPr lang="en-US" sz="1800" dirty="0"/>
              <a:t>The research </a:t>
            </a:r>
            <a:r>
              <a:rPr lang="en-US" sz="1800" dirty="0" err="1"/>
              <a:t>organisation</a:t>
            </a:r>
            <a:r>
              <a:rPr lang="en-US" sz="1800" dirty="0"/>
              <a:t> will invest more than 30% of the budget. The team will be composed of a Senior Researcher and a fellow. </a:t>
            </a:r>
            <a:endParaRPr lang="en-GB" sz="1800" dirty="0"/>
          </a:p>
          <a:p>
            <a:pPr>
              <a:buFont typeface="Courier New" panose="02070309020205020404" pitchFamily="49" charset="0"/>
              <a:buChar char="o"/>
            </a:pPr>
            <a:r>
              <a:rPr lang="en-US" sz="1800" dirty="0"/>
              <a:t>They will define the methodology and implement it using the first ad-hoc platform and then (from half-project to the end) inside MI.RA/Dexter.</a:t>
            </a:r>
            <a:endParaRPr lang="en-GB" sz="1800" dirty="0"/>
          </a:p>
          <a:p>
            <a:pPr marL="228600" lvl="3"/>
            <a:r>
              <a:rPr lang="en-US" b="1" dirty="0"/>
              <a:t>Host Institution</a:t>
            </a:r>
            <a:endParaRPr lang="en-GB" b="1" dirty="0"/>
          </a:p>
          <a:p>
            <a:pPr>
              <a:buFont typeface="Courier New" panose="02070309020205020404" pitchFamily="49" charset="0"/>
              <a:buChar char="o"/>
            </a:pPr>
            <a:r>
              <a:rPr lang="en-US" sz="1800" dirty="0"/>
              <a:t>The Host Institution will invest about 35% of the budget. The team will comprise the top figures responsible for the cognitive platform development, the development team, and the innovation team. </a:t>
            </a:r>
            <a:endParaRPr lang="en-GB" sz="1800" dirty="0"/>
          </a:p>
          <a:p>
            <a:pPr>
              <a:buFont typeface="Courier New" panose="02070309020205020404" pitchFamily="49" charset="0"/>
              <a:buChar char="o"/>
            </a:pPr>
            <a:r>
              <a:rPr lang="en-US" sz="1800" dirty="0"/>
              <a:t>The innovation team will lead the project's goal, and it will lead the development of a use case that will verify the quality of the outcomes. </a:t>
            </a:r>
            <a:endParaRPr lang="en-GB" sz="1800" dirty="0"/>
          </a:p>
          <a:p>
            <a:endParaRPr lang="en-GB" sz="1800" dirty="0"/>
          </a:p>
        </p:txBody>
      </p:sp>
      <p:sp>
        <p:nvSpPr>
          <p:cNvPr id="4" name="Date Placeholder 3">
            <a:extLst>
              <a:ext uri="{FF2B5EF4-FFF2-40B4-BE49-F238E27FC236}">
                <a16:creationId xmlns:a16="http://schemas.microsoft.com/office/drawing/2014/main" id="{58949974-0AD5-5D00-414A-E71DE76CCA99}"/>
              </a:ext>
            </a:extLst>
          </p:cNvPr>
          <p:cNvSpPr>
            <a:spLocks noGrp="1"/>
          </p:cNvSpPr>
          <p:nvPr>
            <p:ph type="dt" sz="half" idx="10"/>
          </p:nvPr>
        </p:nvSpPr>
        <p:spPr/>
        <p:txBody>
          <a:bodyPr/>
          <a:lstStyle/>
          <a:p>
            <a:r>
              <a:rPr lang="en-US"/>
              <a:t>3/19/2026</a:t>
            </a:r>
          </a:p>
        </p:txBody>
      </p:sp>
      <p:sp>
        <p:nvSpPr>
          <p:cNvPr id="5" name="Footer Placeholder 4">
            <a:extLst>
              <a:ext uri="{FF2B5EF4-FFF2-40B4-BE49-F238E27FC236}">
                <a16:creationId xmlns:a16="http://schemas.microsoft.com/office/drawing/2014/main" id="{B5800F47-884A-E468-3EC3-A540E57FCE8E}"/>
              </a:ext>
            </a:extLst>
          </p:cNvPr>
          <p:cNvSpPr>
            <a:spLocks noGrp="1"/>
          </p:cNvSpPr>
          <p:nvPr>
            <p:ph type="ftr" sz="quarter" idx="11"/>
          </p:nvPr>
        </p:nvSpPr>
        <p:spPr/>
        <p:txBody>
          <a:bodyPr/>
          <a:lstStyle/>
          <a:p>
            <a:r>
              <a:rPr lang="en-US"/>
              <a:t>PLAN4ARI-FISA24-00099 Crugliasco (TO)</a:t>
            </a:r>
          </a:p>
        </p:txBody>
      </p:sp>
      <p:sp>
        <p:nvSpPr>
          <p:cNvPr id="6" name="Slide Number Placeholder 5">
            <a:extLst>
              <a:ext uri="{FF2B5EF4-FFF2-40B4-BE49-F238E27FC236}">
                <a16:creationId xmlns:a16="http://schemas.microsoft.com/office/drawing/2014/main" id="{84EE0C70-90AF-6D04-7690-44DEBB329A41}"/>
              </a:ext>
            </a:extLst>
          </p:cNvPr>
          <p:cNvSpPr>
            <a:spLocks noGrp="1"/>
          </p:cNvSpPr>
          <p:nvPr>
            <p:ph type="sldNum" sz="quarter" idx="12"/>
          </p:nvPr>
        </p:nvSpPr>
        <p:spPr/>
        <p:txBody>
          <a:bodyPr/>
          <a:lstStyle/>
          <a:p>
            <a:fld id="{D67EB81F-4DFB-4028-A191-72B91FC75F55}" type="slidenum">
              <a:rPr lang="en-US" smtClean="0"/>
              <a:t>9</a:t>
            </a:fld>
            <a:endParaRPr lang="en-US"/>
          </a:p>
        </p:txBody>
      </p:sp>
    </p:spTree>
    <p:extLst>
      <p:ext uri="{BB962C8B-B14F-4D97-AF65-F5344CB8AC3E}">
        <p14:creationId xmlns:p14="http://schemas.microsoft.com/office/powerpoint/2010/main" val="918722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DF9B1-A3E5-7FBA-DC3C-5304D5A47E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376053-BFB5-6E73-898A-7D45C46DE833}"/>
              </a:ext>
            </a:extLst>
          </p:cNvPr>
          <p:cNvSpPr>
            <a:spLocks noGrp="1"/>
          </p:cNvSpPr>
          <p:nvPr>
            <p:ph type="title"/>
          </p:nvPr>
        </p:nvSpPr>
        <p:spPr/>
        <p:txBody>
          <a:bodyPr/>
          <a:lstStyle/>
          <a:p>
            <a:r>
              <a:rPr lang="en-GB" dirty="0">
                <a:solidFill>
                  <a:srgbClr val="002060"/>
                </a:solidFill>
              </a:rPr>
              <a:t>Sensing for Context Awareness</a:t>
            </a:r>
          </a:p>
        </p:txBody>
      </p:sp>
      <p:sp>
        <p:nvSpPr>
          <p:cNvPr id="3" name="Text Placeholder 2">
            <a:extLst>
              <a:ext uri="{FF2B5EF4-FFF2-40B4-BE49-F238E27FC236}">
                <a16:creationId xmlns:a16="http://schemas.microsoft.com/office/drawing/2014/main" id="{16ADED82-7116-0F6C-C707-A05214E6E887}"/>
              </a:ext>
            </a:extLst>
          </p:cNvPr>
          <p:cNvSpPr>
            <a:spLocks noGrp="1"/>
          </p:cNvSpPr>
          <p:nvPr>
            <p:ph type="body" idx="1"/>
          </p:nvPr>
        </p:nvSpPr>
        <p:spPr/>
        <p:txBody>
          <a:bodyPr/>
          <a:lstStyle/>
          <a:p>
            <a:r>
              <a:rPr lang="en-GB" dirty="0"/>
              <a:t>A3</a:t>
            </a:r>
          </a:p>
        </p:txBody>
      </p:sp>
      <p:sp>
        <p:nvSpPr>
          <p:cNvPr id="4" name="Date Placeholder 3">
            <a:extLst>
              <a:ext uri="{FF2B5EF4-FFF2-40B4-BE49-F238E27FC236}">
                <a16:creationId xmlns:a16="http://schemas.microsoft.com/office/drawing/2014/main" id="{A04EF84A-03EC-047F-9437-EAA690856368}"/>
              </a:ext>
            </a:extLst>
          </p:cNvPr>
          <p:cNvSpPr>
            <a:spLocks noGrp="1"/>
          </p:cNvSpPr>
          <p:nvPr>
            <p:ph type="dt" sz="half" idx="10"/>
          </p:nvPr>
        </p:nvSpPr>
        <p:spPr/>
        <p:txBody>
          <a:bodyPr/>
          <a:lstStyle/>
          <a:p>
            <a:r>
              <a:rPr lang="en-US"/>
              <a:t>3/19/2026</a:t>
            </a:r>
          </a:p>
        </p:txBody>
      </p:sp>
      <p:sp>
        <p:nvSpPr>
          <p:cNvPr id="5" name="Footer Placeholder 4">
            <a:extLst>
              <a:ext uri="{FF2B5EF4-FFF2-40B4-BE49-F238E27FC236}">
                <a16:creationId xmlns:a16="http://schemas.microsoft.com/office/drawing/2014/main" id="{BBC4604B-A561-F074-5253-1BE114046FFD}"/>
              </a:ext>
            </a:extLst>
          </p:cNvPr>
          <p:cNvSpPr>
            <a:spLocks noGrp="1"/>
          </p:cNvSpPr>
          <p:nvPr>
            <p:ph type="ftr" sz="quarter" idx="11"/>
          </p:nvPr>
        </p:nvSpPr>
        <p:spPr/>
        <p:txBody>
          <a:bodyPr/>
          <a:lstStyle/>
          <a:p>
            <a:r>
              <a:rPr lang="en-US"/>
              <a:t>PLAN4ARI-FISA24-00099 Crugliasco (TO)</a:t>
            </a:r>
            <a:endParaRPr lang="en-US" dirty="0"/>
          </a:p>
        </p:txBody>
      </p:sp>
      <p:sp>
        <p:nvSpPr>
          <p:cNvPr id="6" name="Slide Number Placeholder 5">
            <a:extLst>
              <a:ext uri="{FF2B5EF4-FFF2-40B4-BE49-F238E27FC236}">
                <a16:creationId xmlns:a16="http://schemas.microsoft.com/office/drawing/2014/main" id="{FAA9B14E-A3B6-39D5-CE04-780E99125BCD}"/>
              </a:ext>
            </a:extLst>
          </p:cNvPr>
          <p:cNvSpPr>
            <a:spLocks noGrp="1"/>
          </p:cNvSpPr>
          <p:nvPr>
            <p:ph type="sldNum" sz="quarter" idx="12"/>
          </p:nvPr>
        </p:nvSpPr>
        <p:spPr/>
        <p:txBody>
          <a:bodyPr/>
          <a:lstStyle/>
          <a:p>
            <a:fld id="{D67EB81F-4DFB-4028-A191-72B91FC75F55}" type="slidenum">
              <a:rPr lang="en-US" smtClean="0"/>
              <a:t>10</a:t>
            </a:fld>
            <a:endParaRPr lang="en-US"/>
          </a:p>
        </p:txBody>
      </p:sp>
    </p:spTree>
    <p:extLst>
      <p:ext uri="{BB962C8B-B14F-4D97-AF65-F5344CB8AC3E}">
        <p14:creationId xmlns:p14="http://schemas.microsoft.com/office/powerpoint/2010/main" val="544871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60506-8467-D1F4-3E3D-AE32845B45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A0FB3-B08E-4560-AB2E-F1F7C92EF6C8}"/>
              </a:ext>
            </a:extLst>
          </p:cNvPr>
          <p:cNvSpPr>
            <a:spLocks noGrp="1"/>
          </p:cNvSpPr>
          <p:nvPr>
            <p:ph type="title"/>
          </p:nvPr>
        </p:nvSpPr>
        <p:spPr/>
        <p:txBody>
          <a:bodyPr/>
          <a:lstStyle/>
          <a:p>
            <a:r>
              <a:rPr lang="en-GB" dirty="0"/>
              <a:t>Sensing for Context Awareness</a:t>
            </a:r>
          </a:p>
        </p:txBody>
      </p:sp>
      <p:sp>
        <p:nvSpPr>
          <p:cNvPr id="4" name="Text Placeholder 3">
            <a:extLst>
              <a:ext uri="{FF2B5EF4-FFF2-40B4-BE49-F238E27FC236}">
                <a16:creationId xmlns:a16="http://schemas.microsoft.com/office/drawing/2014/main" id="{DFB90D7D-ABD1-C719-7AD6-7E26CC9E0F1E}"/>
              </a:ext>
            </a:extLst>
          </p:cNvPr>
          <p:cNvSpPr>
            <a:spLocks noGrp="1"/>
          </p:cNvSpPr>
          <p:nvPr>
            <p:ph type="body" sz="half" idx="2"/>
          </p:nvPr>
        </p:nvSpPr>
        <p:spPr/>
        <p:txBody>
          <a:bodyPr/>
          <a:lstStyle/>
          <a:p>
            <a:pPr marL="342900" indent="-342900">
              <a:buAutoNum type="arabicParenR"/>
            </a:pPr>
            <a:r>
              <a:rPr lang="en-GB" dirty="0"/>
              <a:t>Deep learning techniques for autonomous robot registration LLM for generating the Problem description (PDDL)</a:t>
            </a:r>
          </a:p>
          <a:p>
            <a:pPr marL="342900" indent="-342900">
              <a:buAutoNum type="arabicParenR"/>
            </a:pPr>
            <a:r>
              <a:rPr lang="en-GB" dirty="0"/>
              <a:t>The integration of radar sensors to track the human inside the scene.</a:t>
            </a:r>
          </a:p>
          <a:p>
            <a:pPr marL="342900" indent="-342900">
              <a:buAutoNum type="arabicParenR"/>
            </a:pPr>
            <a:r>
              <a:rPr lang="en-GB" dirty="0"/>
              <a:t>Sensor fusion (camera &amp; radar)</a:t>
            </a:r>
          </a:p>
          <a:p>
            <a:pPr marL="342900" indent="-342900">
              <a:buAutoNum type="arabicParenR"/>
            </a:pPr>
            <a:r>
              <a:rPr lang="en-GB" dirty="0"/>
              <a:t>Connection between KB and tools for the scene understanding</a:t>
            </a:r>
          </a:p>
        </p:txBody>
      </p:sp>
      <p:sp>
        <p:nvSpPr>
          <p:cNvPr id="5" name="Date Placeholder 4">
            <a:extLst>
              <a:ext uri="{FF2B5EF4-FFF2-40B4-BE49-F238E27FC236}">
                <a16:creationId xmlns:a16="http://schemas.microsoft.com/office/drawing/2014/main" id="{3EC95F5A-4708-9F2D-3EC2-9E928B47280D}"/>
              </a:ext>
            </a:extLst>
          </p:cNvPr>
          <p:cNvSpPr>
            <a:spLocks noGrp="1"/>
          </p:cNvSpPr>
          <p:nvPr>
            <p:ph type="dt" sz="half" idx="10"/>
          </p:nvPr>
        </p:nvSpPr>
        <p:spPr/>
        <p:txBody>
          <a:bodyPr/>
          <a:lstStyle/>
          <a:p>
            <a:r>
              <a:rPr lang="en-US"/>
              <a:t>3/19/2026</a:t>
            </a:r>
          </a:p>
        </p:txBody>
      </p:sp>
      <p:sp>
        <p:nvSpPr>
          <p:cNvPr id="6" name="Footer Placeholder 5">
            <a:extLst>
              <a:ext uri="{FF2B5EF4-FFF2-40B4-BE49-F238E27FC236}">
                <a16:creationId xmlns:a16="http://schemas.microsoft.com/office/drawing/2014/main" id="{C92877C4-6BF0-3AB2-B6D9-9FF3724306BC}"/>
              </a:ext>
            </a:extLst>
          </p:cNvPr>
          <p:cNvSpPr>
            <a:spLocks noGrp="1"/>
          </p:cNvSpPr>
          <p:nvPr>
            <p:ph type="ftr" sz="quarter" idx="11"/>
          </p:nvPr>
        </p:nvSpPr>
        <p:spPr/>
        <p:txBody>
          <a:bodyPr/>
          <a:lstStyle/>
          <a:p>
            <a:r>
              <a:rPr lang="en-US"/>
              <a:t>PLAN4ARI-FISA24-00099 Crugliasco (TO)</a:t>
            </a:r>
          </a:p>
        </p:txBody>
      </p:sp>
      <p:sp>
        <p:nvSpPr>
          <p:cNvPr id="7" name="Slide Number Placeholder 6">
            <a:extLst>
              <a:ext uri="{FF2B5EF4-FFF2-40B4-BE49-F238E27FC236}">
                <a16:creationId xmlns:a16="http://schemas.microsoft.com/office/drawing/2014/main" id="{0D62B047-E477-EE21-D6D6-EC5B63BC405D}"/>
              </a:ext>
            </a:extLst>
          </p:cNvPr>
          <p:cNvSpPr>
            <a:spLocks noGrp="1"/>
          </p:cNvSpPr>
          <p:nvPr>
            <p:ph type="sldNum" sz="quarter" idx="12"/>
          </p:nvPr>
        </p:nvSpPr>
        <p:spPr/>
        <p:txBody>
          <a:bodyPr/>
          <a:lstStyle/>
          <a:p>
            <a:fld id="{D67EB81F-4DFB-4028-A191-72B91FC75F55}" type="slidenum">
              <a:rPr lang="en-US" smtClean="0"/>
              <a:t>11</a:t>
            </a:fld>
            <a:endParaRPr lang="en-US"/>
          </a:p>
        </p:txBody>
      </p:sp>
      <p:pic>
        <p:nvPicPr>
          <p:cNvPr id="8" name="Picture 4" descr="Intelligent vision-assisted picking with Comau MIRA OnePicker">
            <a:extLst>
              <a:ext uri="{FF2B5EF4-FFF2-40B4-BE49-F238E27FC236}">
                <a16:creationId xmlns:a16="http://schemas.microsoft.com/office/drawing/2014/main" id="{739ADBA4-1C94-FBA1-0AE4-C45DB8059BAB}"/>
              </a:ext>
            </a:extLst>
          </p:cNvPr>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l="15185" r="15185"/>
          <a:stretch>
            <a:fillRect/>
          </a:stretch>
        </p:blipFill>
        <p:spPr bwMode="auto">
          <a:xfrm>
            <a:off x="5183188" y="1041400"/>
            <a:ext cx="6172200" cy="487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09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AD397-E327-8397-66BC-03498C55998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DDD6D3A-60DD-11A6-5029-D2782B0B702E}"/>
              </a:ext>
            </a:extLst>
          </p:cNvPr>
          <p:cNvSpPr>
            <a:spLocks noGrp="1"/>
          </p:cNvSpPr>
          <p:nvPr>
            <p:ph type="title"/>
          </p:nvPr>
        </p:nvSpPr>
        <p:spPr/>
        <p:txBody>
          <a:bodyPr/>
          <a:lstStyle/>
          <a:p>
            <a:r>
              <a:rPr lang="en-GB" dirty="0"/>
              <a:t>A3 - Activities</a:t>
            </a:r>
          </a:p>
        </p:txBody>
      </p:sp>
      <p:sp>
        <p:nvSpPr>
          <p:cNvPr id="5" name="Date Placeholder 4">
            <a:extLst>
              <a:ext uri="{FF2B5EF4-FFF2-40B4-BE49-F238E27FC236}">
                <a16:creationId xmlns:a16="http://schemas.microsoft.com/office/drawing/2014/main" id="{6F6E9134-63FD-5EFC-B472-164A7EFBBE6F}"/>
              </a:ext>
            </a:extLst>
          </p:cNvPr>
          <p:cNvSpPr>
            <a:spLocks noGrp="1"/>
          </p:cNvSpPr>
          <p:nvPr>
            <p:ph type="dt" sz="half" idx="10"/>
          </p:nvPr>
        </p:nvSpPr>
        <p:spPr/>
        <p:txBody>
          <a:bodyPr/>
          <a:lstStyle/>
          <a:p>
            <a:r>
              <a:rPr lang="en-US"/>
              <a:t>3/19/2026</a:t>
            </a:r>
          </a:p>
        </p:txBody>
      </p:sp>
      <p:sp>
        <p:nvSpPr>
          <p:cNvPr id="6" name="Footer Placeholder 5">
            <a:extLst>
              <a:ext uri="{FF2B5EF4-FFF2-40B4-BE49-F238E27FC236}">
                <a16:creationId xmlns:a16="http://schemas.microsoft.com/office/drawing/2014/main" id="{368DF7B9-1F0E-206B-EB3C-A3B88F008594}"/>
              </a:ext>
            </a:extLst>
          </p:cNvPr>
          <p:cNvSpPr>
            <a:spLocks noGrp="1"/>
          </p:cNvSpPr>
          <p:nvPr>
            <p:ph type="ftr" sz="quarter" idx="11"/>
          </p:nvPr>
        </p:nvSpPr>
        <p:spPr/>
        <p:txBody>
          <a:bodyPr/>
          <a:lstStyle/>
          <a:p>
            <a:r>
              <a:rPr lang="en-US"/>
              <a:t>PLAN4ARI-FISA24-00099 Crugliasco (TO)</a:t>
            </a:r>
          </a:p>
        </p:txBody>
      </p:sp>
      <p:sp>
        <p:nvSpPr>
          <p:cNvPr id="7" name="Slide Number Placeholder 6">
            <a:extLst>
              <a:ext uri="{FF2B5EF4-FFF2-40B4-BE49-F238E27FC236}">
                <a16:creationId xmlns:a16="http://schemas.microsoft.com/office/drawing/2014/main" id="{05E9F7CA-43E7-9CD3-D7A6-224C3DF8AFFD}"/>
              </a:ext>
            </a:extLst>
          </p:cNvPr>
          <p:cNvSpPr>
            <a:spLocks noGrp="1"/>
          </p:cNvSpPr>
          <p:nvPr>
            <p:ph type="sldNum" sz="quarter" idx="12"/>
          </p:nvPr>
        </p:nvSpPr>
        <p:spPr/>
        <p:txBody>
          <a:bodyPr/>
          <a:lstStyle/>
          <a:p>
            <a:fld id="{D67EB81F-4DFB-4028-A191-72B91FC75F55}" type="slidenum">
              <a:rPr lang="en-US" smtClean="0"/>
              <a:t>12</a:t>
            </a:fld>
            <a:endParaRPr lang="en-US"/>
          </a:p>
        </p:txBody>
      </p:sp>
      <p:sp>
        <p:nvSpPr>
          <p:cNvPr id="12" name="TextBox 11">
            <a:extLst>
              <a:ext uri="{FF2B5EF4-FFF2-40B4-BE49-F238E27FC236}">
                <a16:creationId xmlns:a16="http://schemas.microsoft.com/office/drawing/2014/main" id="{CC3F08D7-5C38-444F-A8EB-D993329C4BC1}"/>
              </a:ext>
            </a:extLst>
          </p:cNvPr>
          <p:cNvSpPr txBox="1"/>
          <p:nvPr/>
        </p:nvSpPr>
        <p:spPr>
          <a:xfrm>
            <a:off x="243191" y="3287949"/>
            <a:ext cx="11815459" cy="1200329"/>
          </a:xfrm>
          <a:prstGeom prst="rect">
            <a:avLst/>
          </a:prstGeom>
          <a:noFill/>
        </p:spPr>
        <p:txBody>
          <a:bodyPr wrap="square" rtlCol="0">
            <a:spAutoFit/>
          </a:bodyPr>
          <a:lstStyle/>
          <a:p>
            <a:r>
              <a:rPr lang="en-GB" b="1" dirty="0"/>
              <a:t>Task 3.1 Update of the scientific plan with the last state-of-the-art methodologies and tools [Fundamental Research]</a:t>
            </a:r>
          </a:p>
          <a:p>
            <a:r>
              <a:rPr lang="en-GB" b="1" dirty="0"/>
              <a:t>Task 3.2 Radar sensor integration for scene monitoring [Industrial Research]</a:t>
            </a:r>
          </a:p>
          <a:p>
            <a:r>
              <a:rPr lang="en-GB" b="1" dirty="0"/>
              <a:t>Task 3.3 Fusion of radar sensor data and camera data [Industrial Research]</a:t>
            </a:r>
          </a:p>
          <a:p>
            <a:r>
              <a:rPr lang="en-GB" b="1" dirty="0"/>
              <a:t>Task 3.4 Semantic Segmentation [Industrial Research]</a:t>
            </a:r>
          </a:p>
        </p:txBody>
      </p:sp>
      <p:pic>
        <p:nvPicPr>
          <p:cNvPr id="3" name="Picture 2">
            <a:extLst>
              <a:ext uri="{FF2B5EF4-FFF2-40B4-BE49-F238E27FC236}">
                <a16:creationId xmlns:a16="http://schemas.microsoft.com/office/drawing/2014/main" id="{D177AC6B-0109-925B-0D45-C5F598D4CC5F}"/>
              </a:ext>
            </a:extLst>
          </p:cNvPr>
          <p:cNvPicPr>
            <a:picLocks noChangeAspect="1"/>
          </p:cNvPicPr>
          <p:nvPr/>
        </p:nvPicPr>
        <p:blipFill>
          <a:blip r:embed="rId2"/>
          <a:stretch>
            <a:fillRect/>
          </a:stretch>
        </p:blipFill>
        <p:spPr>
          <a:xfrm>
            <a:off x="23753" y="1545850"/>
            <a:ext cx="11955543" cy="1000265"/>
          </a:xfrm>
          <a:prstGeom prst="rect">
            <a:avLst/>
          </a:prstGeom>
        </p:spPr>
      </p:pic>
    </p:spTree>
    <p:extLst>
      <p:ext uri="{BB962C8B-B14F-4D97-AF65-F5344CB8AC3E}">
        <p14:creationId xmlns:p14="http://schemas.microsoft.com/office/powerpoint/2010/main" val="3425592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0536C-0741-F966-6B1F-5064B137C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33DC8C-D9F7-2863-2CC6-43964411E5CE}"/>
              </a:ext>
            </a:extLst>
          </p:cNvPr>
          <p:cNvSpPr>
            <a:spLocks noGrp="1"/>
          </p:cNvSpPr>
          <p:nvPr>
            <p:ph type="title"/>
          </p:nvPr>
        </p:nvSpPr>
        <p:spPr/>
        <p:txBody>
          <a:bodyPr/>
          <a:lstStyle/>
          <a:p>
            <a:r>
              <a:rPr lang="en-GB" dirty="0">
                <a:solidFill>
                  <a:srgbClr val="002060"/>
                </a:solidFill>
              </a:rPr>
              <a:t>Local and Global Autonomous Motion Planning </a:t>
            </a:r>
          </a:p>
        </p:txBody>
      </p:sp>
      <p:sp>
        <p:nvSpPr>
          <p:cNvPr id="3" name="Text Placeholder 2">
            <a:extLst>
              <a:ext uri="{FF2B5EF4-FFF2-40B4-BE49-F238E27FC236}">
                <a16:creationId xmlns:a16="http://schemas.microsoft.com/office/drawing/2014/main" id="{97090344-81A0-DFC3-B9E4-8207362A10C4}"/>
              </a:ext>
            </a:extLst>
          </p:cNvPr>
          <p:cNvSpPr>
            <a:spLocks noGrp="1"/>
          </p:cNvSpPr>
          <p:nvPr>
            <p:ph type="body" idx="1"/>
          </p:nvPr>
        </p:nvSpPr>
        <p:spPr/>
        <p:txBody>
          <a:bodyPr/>
          <a:lstStyle/>
          <a:p>
            <a:r>
              <a:rPr lang="en-GB" dirty="0"/>
              <a:t>A4</a:t>
            </a:r>
          </a:p>
        </p:txBody>
      </p:sp>
      <p:sp>
        <p:nvSpPr>
          <p:cNvPr id="4" name="Date Placeholder 3">
            <a:extLst>
              <a:ext uri="{FF2B5EF4-FFF2-40B4-BE49-F238E27FC236}">
                <a16:creationId xmlns:a16="http://schemas.microsoft.com/office/drawing/2014/main" id="{820D2202-F523-5CFF-287D-5FC933EB39E6}"/>
              </a:ext>
            </a:extLst>
          </p:cNvPr>
          <p:cNvSpPr>
            <a:spLocks noGrp="1"/>
          </p:cNvSpPr>
          <p:nvPr>
            <p:ph type="dt" sz="half" idx="10"/>
          </p:nvPr>
        </p:nvSpPr>
        <p:spPr/>
        <p:txBody>
          <a:bodyPr/>
          <a:lstStyle/>
          <a:p>
            <a:r>
              <a:rPr lang="en-US"/>
              <a:t>3/19/2026</a:t>
            </a:r>
          </a:p>
        </p:txBody>
      </p:sp>
      <p:sp>
        <p:nvSpPr>
          <p:cNvPr id="5" name="Footer Placeholder 4">
            <a:extLst>
              <a:ext uri="{FF2B5EF4-FFF2-40B4-BE49-F238E27FC236}">
                <a16:creationId xmlns:a16="http://schemas.microsoft.com/office/drawing/2014/main" id="{1E265E62-D5BA-1380-0632-3FBC21248466}"/>
              </a:ext>
            </a:extLst>
          </p:cNvPr>
          <p:cNvSpPr>
            <a:spLocks noGrp="1"/>
          </p:cNvSpPr>
          <p:nvPr>
            <p:ph type="ftr" sz="quarter" idx="11"/>
          </p:nvPr>
        </p:nvSpPr>
        <p:spPr/>
        <p:txBody>
          <a:bodyPr/>
          <a:lstStyle/>
          <a:p>
            <a:r>
              <a:rPr lang="en-US"/>
              <a:t>PLAN4ARI-FISA24-00099 Crugliasco (TO)</a:t>
            </a:r>
            <a:endParaRPr lang="en-US" dirty="0"/>
          </a:p>
        </p:txBody>
      </p:sp>
      <p:sp>
        <p:nvSpPr>
          <p:cNvPr id="6" name="Slide Number Placeholder 5">
            <a:extLst>
              <a:ext uri="{FF2B5EF4-FFF2-40B4-BE49-F238E27FC236}">
                <a16:creationId xmlns:a16="http://schemas.microsoft.com/office/drawing/2014/main" id="{DFB744C2-3C82-FB1C-9830-F3369FCA2B3F}"/>
              </a:ext>
            </a:extLst>
          </p:cNvPr>
          <p:cNvSpPr>
            <a:spLocks noGrp="1"/>
          </p:cNvSpPr>
          <p:nvPr>
            <p:ph type="sldNum" sz="quarter" idx="12"/>
          </p:nvPr>
        </p:nvSpPr>
        <p:spPr/>
        <p:txBody>
          <a:bodyPr/>
          <a:lstStyle/>
          <a:p>
            <a:fld id="{D67EB81F-4DFB-4028-A191-72B91FC75F55}" type="slidenum">
              <a:rPr lang="en-US" smtClean="0"/>
              <a:t>13</a:t>
            </a:fld>
            <a:endParaRPr lang="en-US"/>
          </a:p>
        </p:txBody>
      </p:sp>
    </p:spTree>
    <p:extLst>
      <p:ext uri="{BB962C8B-B14F-4D97-AF65-F5344CB8AC3E}">
        <p14:creationId xmlns:p14="http://schemas.microsoft.com/office/powerpoint/2010/main" val="477512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2B046-3213-9684-6E58-1BA38F13CB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02208-07C9-65A7-97CE-7AEAF483CA68}"/>
              </a:ext>
            </a:extLst>
          </p:cNvPr>
          <p:cNvSpPr>
            <a:spLocks noGrp="1"/>
          </p:cNvSpPr>
          <p:nvPr>
            <p:ph type="title"/>
          </p:nvPr>
        </p:nvSpPr>
        <p:spPr/>
        <p:txBody>
          <a:bodyPr/>
          <a:lstStyle/>
          <a:p>
            <a:r>
              <a:rPr lang="en-GB" dirty="0"/>
              <a:t>Local and Global Autonomous Motion Planning </a:t>
            </a:r>
          </a:p>
        </p:txBody>
      </p:sp>
      <p:sp>
        <p:nvSpPr>
          <p:cNvPr id="4" name="Text Placeholder 3">
            <a:extLst>
              <a:ext uri="{FF2B5EF4-FFF2-40B4-BE49-F238E27FC236}">
                <a16:creationId xmlns:a16="http://schemas.microsoft.com/office/drawing/2014/main" id="{C6083C33-B483-D128-57E6-E9E7DC494E34}"/>
              </a:ext>
            </a:extLst>
          </p:cNvPr>
          <p:cNvSpPr>
            <a:spLocks noGrp="1"/>
          </p:cNvSpPr>
          <p:nvPr>
            <p:ph type="body" sz="half" idx="2"/>
          </p:nvPr>
        </p:nvSpPr>
        <p:spPr/>
        <p:txBody>
          <a:bodyPr/>
          <a:lstStyle/>
          <a:p>
            <a:pPr marL="342900" indent="-342900">
              <a:buAutoNum type="arabicParenR"/>
            </a:pPr>
            <a:r>
              <a:rPr lang="en-GB" dirty="0"/>
              <a:t>Multi-path replanning algorithm.</a:t>
            </a:r>
          </a:p>
          <a:p>
            <a:pPr marL="342900" indent="-342900">
              <a:buAutoNum type="arabicParenR"/>
            </a:pPr>
            <a:r>
              <a:rPr lang="en-GB" dirty="0"/>
              <a:t>Motion planning according to the time variability of uncontrollable concurrent tasks</a:t>
            </a:r>
          </a:p>
          <a:p>
            <a:pPr marL="342900" indent="-342900">
              <a:buAutoNum type="arabicParenR"/>
            </a:pPr>
            <a:r>
              <a:rPr lang="en-GB" dirty="0"/>
              <a:t>fast replanning strategies</a:t>
            </a:r>
          </a:p>
          <a:p>
            <a:pPr marL="342900" indent="-342900">
              <a:buAutoNum type="arabicParenR"/>
            </a:pPr>
            <a:r>
              <a:rPr lang="en-GB" dirty="0"/>
              <a:t>Safety-aware cost function based on ISO/TS 15066</a:t>
            </a:r>
          </a:p>
          <a:p>
            <a:pPr marL="342900" indent="-342900">
              <a:buAutoNum type="arabicParenR"/>
            </a:pPr>
            <a:r>
              <a:rPr lang="en-GB" dirty="0"/>
              <a:t>Model Predictive Control </a:t>
            </a:r>
            <a:r>
              <a:rPr lang="en-US" dirty="0"/>
              <a:t>for path planning</a:t>
            </a:r>
            <a:endParaRPr lang="en-GB" dirty="0"/>
          </a:p>
        </p:txBody>
      </p:sp>
      <p:sp>
        <p:nvSpPr>
          <p:cNvPr id="5" name="Date Placeholder 4">
            <a:extLst>
              <a:ext uri="{FF2B5EF4-FFF2-40B4-BE49-F238E27FC236}">
                <a16:creationId xmlns:a16="http://schemas.microsoft.com/office/drawing/2014/main" id="{5D7B757F-6827-28B3-7DF8-2287EE4ED09B}"/>
              </a:ext>
            </a:extLst>
          </p:cNvPr>
          <p:cNvSpPr>
            <a:spLocks noGrp="1"/>
          </p:cNvSpPr>
          <p:nvPr>
            <p:ph type="dt" sz="half" idx="10"/>
          </p:nvPr>
        </p:nvSpPr>
        <p:spPr/>
        <p:txBody>
          <a:bodyPr/>
          <a:lstStyle/>
          <a:p>
            <a:r>
              <a:rPr lang="en-US"/>
              <a:t>3/19/2026</a:t>
            </a:r>
          </a:p>
        </p:txBody>
      </p:sp>
      <p:sp>
        <p:nvSpPr>
          <p:cNvPr id="6" name="Footer Placeholder 5">
            <a:extLst>
              <a:ext uri="{FF2B5EF4-FFF2-40B4-BE49-F238E27FC236}">
                <a16:creationId xmlns:a16="http://schemas.microsoft.com/office/drawing/2014/main" id="{3F230280-675F-2DD4-E5CD-FFD9F2D33F0A}"/>
              </a:ext>
            </a:extLst>
          </p:cNvPr>
          <p:cNvSpPr>
            <a:spLocks noGrp="1"/>
          </p:cNvSpPr>
          <p:nvPr>
            <p:ph type="ftr" sz="quarter" idx="11"/>
          </p:nvPr>
        </p:nvSpPr>
        <p:spPr/>
        <p:txBody>
          <a:bodyPr/>
          <a:lstStyle/>
          <a:p>
            <a:r>
              <a:rPr lang="en-US"/>
              <a:t>PLAN4ARI-FISA24-00099 Crugliasco (TO)</a:t>
            </a:r>
          </a:p>
        </p:txBody>
      </p:sp>
      <p:sp>
        <p:nvSpPr>
          <p:cNvPr id="7" name="Slide Number Placeholder 6">
            <a:extLst>
              <a:ext uri="{FF2B5EF4-FFF2-40B4-BE49-F238E27FC236}">
                <a16:creationId xmlns:a16="http://schemas.microsoft.com/office/drawing/2014/main" id="{3989C59A-FB0B-6A85-223F-B461B6585098}"/>
              </a:ext>
            </a:extLst>
          </p:cNvPr>
          <p:cNvSpPr>
            <a:spLocks noGrp="1"/>
          </p:cNvSpPr>
          <p:nvPr>
            <p:ph type="sldNum" sz="quarter" idx="12"/>
          </p:nvPr>
        </p:nvSpPr>
        <p:spPr/>
        <p:txBody>
          <a:bodyPr/>
          <a:lstStyle/>
          <a:p>
            <a:fld id="{D67EB81F-4DFB-4028-A191-72B91FC75F55}" type="slidenum">
              <a:rPr lang="en-US" smtClean="0"/>
              <a:t>14</a:t>
            </a:fld>
            <a:endParaRPr lang="en-US"/>
          </a:p>
        </p:txBody>
      </p:sp>
      <p:pic>
        <p:nvPicPr>
          <p:cNvPr id="2050" name="Picture 2" descr="Comau présente son nouvel exosquelette portable MATE-XB">
            <a:extLst>
              <a:ext uri="{FF2B5EF4-FFF2-40B4-BE49-F238E27FC236}">
                <a16:creationId xmlns:a16="http://schemas.microsoft.com/office/drawing/2014/main" id="{90B0FFEA-1DAB-DD88-3A83-501573FCDABA}"/>
              </a:ext>
            </a:extLst>
          </p:cNvPr>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l="5184" r="5184"/>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6357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3B3E9-2381-D5A8-0B66-466C8C222D7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6B9BAF0-827F-3998-4D9F-28E7FC7A5AF2}"/>
              </a:ext>
            </a:extLst>
          </p:cNvPr>
          <p:cNvSpPr>
            <a:spLocks noGrp="1"/>
          </p:cNvSpPr>
          <p:nvPr>
            <p:ph type="title"/>
          </p:nvPr>
        </p:nvSpPr>
        <p:spPr/>
        <p:txBody>
          <a:bodyPr/>
          <a:lstStyle/>
          <a:p>
            <a:r>
              <a:rPr lang="en-GB" dirty="0"/>
              <a:t>A4 - Activities</a:t>
            </a:r>
          </a:p>
        </p:txBody>
      </p:sp>
      <p:sp>
        <p:nvSpPr>
          <p:cNvPr id="5" name="Date Placeholder 4">
            <a:extLst>
              <a:ext uri="{FF2B5EF4-FFF2-40B4-BE49-F238E27FC236}">
                <a16:creationId xmlns:a16="http://schemas.microsoft.com/office/drawing/2014/main" id="{8CA61545-F41C-A6DD-EF33-D0F0ABFAEC53}"/>
              </a:ext>
            </a:extLst>
          </p:cNvPr>
          <p:cNvSpPr>
            <a:spLocks noGrp="1"/>
          </p:cNvSpPr>
          <p:nvPr>
            <p:ph type="dt" sz="half" idx="10"/>
          </p:nvPr>
        </p:nvSpPr>
        <p:spPr/>
        <p:txBody>
          <a:bodyPr/>
          <a:lstStyle/>
          <a:p>
            <a:r>
              <a:rPr lang="en-US"/>
              <a:t>3/19/2026</a:t>
            </a:r>
          </a:p>
        </p:txBody>
      </p:sp>
      <p:sp>
        <p:nvSpPr>
          <p:cNvPr id="6" name="Footer Placeholder 5">
            <a:extLst>
              <a:ext uri="{FF2B5EF4-FFF2-40B4-BE49-F238E27FC236}">
                <a16:creationId xmlns:a16="http://schemas.microsoft.com/office/drawing/2014/main" id="{51F4A678-617A-9CB2-E721-199F28858107}"/>
              </a:ext>
            </a:extLst>
          </p:cNvPr>
          <p:cNvSpPr>
            <a:spLocks noGrp="1"/>
          </p:cNvSpPr>
          <p:nvPr>
            <p:ph type="ftr" sz="quarter" idx="11"/>
          </p:nvPr>
        </p:nvSpPr>
        <p:spPr/>
        <p:txBody>
          <a:bodyPr/>
          <a:lstStyle/>
          <a:p>
            <a:r>
              <a:rPr lang="en-US"/>
              <a:t>PLAN4ARI-FISA24-00099 Crugliasco (TO)</a:t>
            </a:r>
          </a:p>
        </p:txBody>
      </p:sp>
      <p:sp>
        <p:nvSpPr>
          <p:cNvPr id="7" name="Slide Number Placeholder 6">
            <a:extLst>
              <a:ext uri="{FF2B5EF4-FFF2-40B4-BE49-F238E27FC236}">
                <a16:creationId xmlns:a16="http://schemas.microsoft.com/office/drawing/2014/main" id="{D661BF17-14CD-9110-4F7E-C29166060EAA}"/>
              </a:ext>
            </a:extLst>
          </p:cNvPr>
          <p:cNvSpPr>
            <a:spLocks noGrp="1"/>
          </p:cNvSpPr>
          <p:nvPr>
            <p:ph type="sldNum" sz="quarter" idx="12"/>
          </p:nvPr>
        </p:nvSpPr>
        <p:spPr/>
        <p:txBody>
          <a:bodyPr/>
          <a:lstStyle/>
          <a:p>
            <a:fld id="{D67EB81F-4DFB-4028-A191-72B91FC75F55}" type="slidenum">
              <a:rPr lang="en-US" smtClean="0"/>
              <a:t>15</a:t>
            </a:fld>
            <a:endParaRPr lang="en-US"/>
          </a:p>
        </p:txBody>
      </p:sp>
      <p:sp>
        <p:nvSpPr>
          <p:cNvPr id="12" name="TextBox 11">
            <a:extLst>
              <a:ext uri="{FF2B5EF4-FFF2-40B4-BE49-F238E27FC236}">
                <a16:creationId xmlns:a16="http://schemas.microsoft.com/office/drawing/2014/main" id="{08D64B35-1F68-B5D2-1A90-E0F04B70B212}"/>
              </a:ext>
            </a:extLst>
          </p:cNvPr>
          <p:cNvSpPr txBox="1"/>
          <p:nvPr/>
        </p:nvSpPr>
        <p:spPr>
          <a:xfrm>
            <a:off x="243191" y="3287949"/>
            <a:ext cx="11815459" cy="2031325"/>
          </a:xfrm>
          <a:prstGeom prst="rect">
            <a:avLst/>
          </a:prstGeom>
          <a:noFill/>
        </p:spPr>
        <p:txBody>
          <a:bodyPr wrap="square" rtlCol="0">
            <a:spAutoFit/>
          </a:bodyPr>
          <a:lstStyle/>
          <a:p>
            <a:r>
              <a:rPr lang="en-GB" b="1" dirty="0"/>
              <a:t>Task 4.1 Update of the Scientific Plan with the latest State-of-the-Art Methodologies and Tools for Motion Planning</a:t>
            </a:r>
          </a:p>
          <a:p>
            <a:r>
              <a:rPr lang="en-GB" b="1" dirty="0"/>
              <a:t>Task 4.2 Informed Sample-Based Optimal Motion Planning for teams of mobile manipulators in dynamic environments</a:t>
            </a:r>
          </a:p>
          <a:p>
            <a:r>
              <a:rPr lang="en-GB" b="1" dirty="0"/>
              <a:t>Task 4.3 Model Predictive Control for Optimal Adaptive Micro-interpolation</a:t>
            </a:r>
          </a:p>
          <a:p>
            <a:r>
              <a:rPr lang="en-GB" b="1" dirty="0"/>
              <a:t>Task 4.4 Integration of the Motion Planning Framework inside MI.RA/Dexter</a:t>
            </a:r>
          </a:p>
          <a:p>
            <a:r>
              <a:rPr lang="en-GB" b="1" dirty="0"/>
              <a:t>Task 4.5 Integration of the MPC trajectory micro-interpolator inside the COMAU Core IPC </a:t>
            </a:r>
          </a:p>
          <a:p>
            <a:r>
              <a:rPr lang="en-GB" b="1" dirty="0"/>
              <a:t>Task 4.6 Continuous Integration</a:t>
            </a:r>
          </a:p>
          <a:p>
            <a:r>
              <a:rPr lang="en-GB" b="1" dirty="0"/>
              <a:t>Task 4.7 Benchmarking and Evaluation</a:t>
            </a:r>
          </a:p>
        </p:txBody>
      </p:sp>
      <p:pic>
        <p:nvPicPr>
          <p:cNvPr id="4" name="Picture 3">
            <a:extLst>
              <a:ext uri="{FF2B5EF4-FFF2-40B4-BE49-F238E27FC236}">
                <a16:creationId xmlns:a16="http://schemas.microsoft.com/office/drawing/2014/main" id="{CC70FB78-80CA-CEE3-F56F-F7A1BF5AD380}"/>
              </a:ext>
            </a:extLst>
          </p:cNvPr>
          <p:cNvPicPr>
            <a:picLocks noChangeAspect="1"/>
          </p:cNvPicPr>
          <p:nvPr/>
        </p:nvPicPr>
        <p:blipFill>
          <a:blip r:embed="rId2"/>
          <a:stretch>
            <a:fillRect/>
          </a:stretch>
        </p:blipFill>
        <p:spPr>
          <a:xfrm>
            <a:off x="147030" y="1391302"/>
            <a:ext cx="10701945" cy="1453495"/>
          </a:xfrm>
          <a:prstGeom prst="rect">
            <a:avLst/>
          </a:prstGeom>
        </p:spPr>
      </p:pic>
    </p:spTree>
    <p:extLst>
      <p:ext uri="{BB962C8B-B14F-4D97-AF65-F5344CB8AC3E}">
        <p14:creationId xmlns:p14="http://schemas.microsoft.com/office/powerpoint/2010/main" val="1396203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94E23-B9BB-A3B1-2863-54C982B04D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5CF25-E37F-ABB5-13D1-EA1A591B7D2F}"/>
              </a:ext>
            </a:extLst>
          </p:cNvPr>
          <p:cNvSpPr>
            <a:spLocks noGrp="1"/>
          </p:cNvSpPr>
          <p:nvPr>
            <p:ph type="title"/>
          </p:nvPr>
        </p:nvSpPr>
        <p:spPr/>
        <p:txBody>
          <a:bodyPr/>
          <a:lstStyle/>
          <a:p>
            <a:r>
              <a:rPr lang="en-GB" dirty="0"/>
              <a:t>A.3 &amp; A.4 Roles</a:t>
            </a:r>
          </a:p>
        </p:txBody>
      </p:sp>
      <p:sp>
        <p:nvSpPr>
          <p:cNvPr id="3" name="Content Placeholder 2">
            <a:extLst>
              <a:ext uri="{FF2B5EF4-FFF2-40B4-BE49-F238E27FC236}">
                <a16:creationId xmlns:a16="http://schemas.microsoft.com/office/drawing/2014/main" id="{08DBCBD4-C025-6C3C-3F3D-D986D9EB5D98}"/>
              </a:ext>
            </a:extLst>
          </p:cNvPr>
          <p:cNvSpPr>
            <a:spLocks noGrp="1"/>
          </p:cNvSpPr>
          <p:nvPr>
            <p:ph idx="1"/>
          </p:nvPr>
        </p:nvSpPr>
        <p:spPr>
          <a:xfrm>
            <a:off x="371475" y="1282540"/>
            <a:ext cx="11706225" cy="4738780"/>
          </a:xfrm>
        </p:spPr>
        <p:txBody>
          <a:bodyPr>
            <a:noAutofit/>
          </a:bodyPr>
          <a:lstStyle/>
          <a:p>
            <a:pPr marL="228600" lvl="3"/>
            <a:r>
              <a:rPr lang="en-GB" b="1" dirty="0"/>
              <a:t>PI Role</a:t>
            </a:r>
          </a:p>
          <a:p>
            <a:pPr marL="285750" lvl="3" indent="-285750">
              <a:buFont typeface="Courier New" panose="02070309020205020404" pitchFamily="49" charset="0"/>
              <a:buChar char="o"/>
            </a:pPr>
            <a:r>
              <a:rPr lang="en-GB" dirty="0"/>
              <a:t>The PI will coordinate the activity and be part of the team that designs the methodology, its deployment, implantation, and testing.</a:t>
            </a:r>
          </a:p>
          <a:p>
            <a:pPr marL="285750" lvl="3" indent="-285750">
              <a:buFont typeface="Courier New" panose="02070309020205020404" pitchFamily="49" charset="0"/>
              <a:buChar char="o"/>
            </a:pPr>
            <a:r>
              <a:rPr lang="en-GB" dirty="0"/>
              <a:t>The team will have a one-week touch point focused on presenting the results to the PI, the Host Institution Responsible for the MI.RA/Dexter platform and the Host Institution are Responsible for the low-level control.</a:t>
            </a:r>
          </a:p>
          <a:p>
            <a:pPr marL="228600" lvl="3"/>
            <a:r>
              <a:rPr lang="en-GB" b="1" dirty="0"/>
              <a:t>Research Organization</a:t>
            </a:r>
          </a:p>
          <a:p>
            <a:pPr marL="285750" lvl="3" indent="-285750">
              <a:buFont typeface="Courier New" panose="02070309020205020404" pitchFamily="49" charset="0"/>
              <a:buChar char="o"/>
            </a:pPr>
            <a:r>
              <a:rPr lang="en-GB" dirty="0"/>
              <a:t>The research organisation will invest about 35% of the budget in this topic. The team will comprise two fellow researchers directly, followed by the PI.</a:t>
            </a:r>
          </a:p>
          <a:p>
            <a:pPr marL="285750" lvl="3" indent="-285750">
              <a:buFont typeface="Courier New" panose="02070309020205020404" pitchFamily="49" charset="0"/>
              <a:buChar char="o"/>
            </a:pPr>
            <a:r>
              <a:rPr lang="en-GB" dirty="0"/>
              <a:t>They will define and implement the methodology using the ad-hoc platform and then (from half-project to the end) inside MI.RA/Dexter (for the offline/online motion planner) and the Core IPC (for the Model predictive controller).</a:t>
            </a:r>
          </a:p>
          <a:p>
            <a:pPr marL="228600" lvl="3"/>
            <a:r>
              <a:rPr lang="en-GB" b="1" dirty="0"/>
              <a:t>A.4.3.3	Host Institution</a:t>
            </a:r>
          </a:p>
          <a:p>
            <a:pPr marL="285750" lvl="3" indent="-285750">
              <a:buFont typeface="Courier New" panose="02070309020205020404" pitchFamily="49" charset="0"/>
              <a:buChar char="o"/>
            </a:pPr>
            <a:r>
              <a:rPr lang="en-GB" dirty="0"/>
              <a:t>The Host Institution will invest about 35% of the budget to integrate. Different top figures will be engaged: the responsible for the </a:t>
            </a:r>
            <a:r>
              <a:rPr lang="en-GB" b="1" dirty="0"/>
              <a:t>cognitive platform development</a:t>
            </a:r>
            <a:r>
              <a:rPr lang="en-GB" dirty="0"/>
              <a:t>, the responsible for the </a:t>
            </a:r>
            <a:r>
              <a:rPr lang="en-GB" b="1" dirty="0"/>
              <a:t>low-level controller development</a:t>
            </a:r>
            <a:r>
              <a:rPr lang="en-GB" dirty="0"/>
              <a:t>, and the responsible department of the </a:t>
            </a:r>
            <a:r>
              <a:rPr lang="en-GB" b="1" dirty="0"/>
              <a:t>vision systems</a:t>
            </a:r>
            <a:r>
              <a:rPr lang="en-GB" dirty="0"/>
              <a:t>.  </a:t>
            </a:r>
          </a:p>
          <a:p>
            <a:pPr marL="285750" lvl="3" indent="-285750">
              <a:buFont typeface="Courier New" panose="02070309020205020404" pitchFamily="49" charset="0"/>
              <a:buChar char="o"/>
            </a:pPr>
            <a:r>
              <a:rPr lang="en-GB" dirty="0"/>
              <a:t>A working team will mainly focus on developing innovative methodologies for </a:t>
            </a:r>
            <a:r>
              <a:rPr lang="en-GB" b="1" dirty="0"/>
              <a:t>scene update</a:t>
            </a:r>
            <a:r>
              <a:rPr lang="en-GB" dirty="0"/>
              <a:t>, </a:t>
            </a:r>
            <a:r>
              <a:rPr lang="en-GB" b="1" dirty="0"/>
              <a:t>registration</a:t>
            </a:r>
            <a:r>
              <a:rPr lang="en-GB" dirty="0"/>
              <a:t>, and </a:t>
            </a:r>
            <a:r>
              <a:rPr lang="en-GB" b="1" dirty="0"/>
              <a:t>semantic segmentation</a:t>
            </a:r>
            <a:r>
              <a:rPr lang="en-GB" dirty="0"/>
              <a:t>. The second working team will integrate the </a:t>
            </a:r>
            <a:r>
              <a:rPr lang="en-GB" b="1" dirty="0"/>
              <a:t>offline/online motion planner with the MI.RA/Dexter </a:t>
            </a:r>
            <a:r>
              <a:rPr lang="en-GB" dirty="0"/>
              <a:t>platform. The third working team will put effort into deploying the </a:t>
            </a:r>
            <a:r>
              <a:rPr lang="en-GB" b="1" dirty="0"/>
              <a:t>Core IPC controller </a:t>
            </a:r>
            <a:r>
              <a:rPr lang="en-GB" dirty="0"/>
              <a:t>with a double goal. First, the MPC must be integrated into the Core IPC. Second, to create a powerful async communication channel with the MI.RA/Dexter platform for safe continuous streaming of reference trajectories for the robot.</a:t>
            </a:r>
          </a:p>
          <a:p>
            <a:endParaRPr lang="en-GB" sz="1800" dirty="0"/>
          </a:p>
        </p:txBody>
      </p:sp>
      <p:sp>
        <p:nvSpPr>
          <p:cNvPr id="4" name="Date Placeholder 3">
            <a:extLst>
              <a:ext uri="{FF2B5EF4-FFF2-40B4-BE49-F238E27FC236}">
                <a16:creationId xmlns:a16="http://schemas.microsoft.com/office/drawing/2014/main" id="{17A5BB69-7D93-6C33-0B4B-C57E8039D53C}"/>
              </a:ext>
            </a:extLst>
          </p:cNvPr>
          <p:cNvSpPr>
            <a:spLocks noGrp="1"/>
          </p:cNvSpPr>
          <p:nvPr>
            <p:ph type="dt" sz="half" idx="10"/>
          </p:nvPr>
        </p:nvSpPr>
        <p:spPr/>
        <p:txBody>
          <a:bodyPr/>
          <a:lstStyle/>
          <a:p>
            <a:r>
              <a:rPr lang="en-US"/>
              <a:t>3/19/2026</a:t>
            </a:r>
          </a:p>
        </p:txBody>
      </p:sp>
      <p:sp>
        <p:nvSpPr>
          <p:cNvPr id="5" name="Footer Placeholder 4">
            <a:extLst>
              <a:ext uri="{FF2B5EF4-FFF2-40B4-BE49-F238E27FC236}">
                <a16:creationId xmlns:a16="http://schemas.microsoft.com/office/drawing/2014/main" id="{0AFBC256-160E-0079-9F56-38FCC5DA0053}"/>
              </a:ext>
            </a:extLst>
          </p:cNvPr>
          <p:cNvSpPr>
            <a:spLocks noGrp="1"/>
          </p:cNvSpPr>
          <p:nvPr>
            <p:ph type="ftr" sz="quarter" idx="11"/>
          </p:nvPr>
        </p:nvSpPr>
        <p:spPr/>
        <p:txBody>
          <a:bodyPr/>
          <a:lstStyle/>
          <a:p>
            <a:r>
              <a:rPr lang="en-US"/>
              <a:t>PLAN4ARI-FISA24-00099 Crugliasco (TO)</a:t>
            </a:r>
          </a:p>
        </p:txBody>
      </p:sp>
      <p:sp>
        <p:nvSpPr>
          <p:cNvPr id="6" name="Slide Number Placeholder 5">
            <a:extLst>
              <a:ext uri="{FF2B5EF4-FFF2-40B4-BE49-F238E27FC236}">
                <a16:creationId xmlns:a16="http://schemas.microsoft.com/office/drawing/2014/main" id="{9B63E6E6-A7F8-66CC-216D-06C01828AEA7}"/>
              </a:ext>
            </a:extLst>
          </p:cNvPr>
          <p:cNvSpPr>
            <a:spLocks noGrp="1"/>
          </p:cNvSpPr>
          <p:nvPr>
            <p:ph type="sldNum" sz="quarter" idx="12"/>
          </p:nvPr>
        </p:nvSpPr>
        <p:spPr/>
        <p:txBody>
          <a:bodyPr/>
          <a:lstStyle/>
          <a:p>
            <a:fld id="{D67EB81F-4DFB-4028-A191-72B91FC75F55}" type="slidenum">
              <a:rPr lang="en-US" smtClean="0"/>
              <a:t>16</a:t>
            </a:fld>
            <a:endParaRPr lang="en-US"/>
          </a:p>
        </p:txBody>
      </p:sp>
    </p:spTree>
    <p:extLst>
      <p:ext uri="{BB962C8B-B14F-4D97-AF65-F5344CB8AC3E}">
        <p14:creationId xmlns:p14="http://schemas.microsoft.com/office/powerpoint/2010/main" val="27571955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C9F55-5213-D0A6-AAF1-0294340A6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EE0271-BBDB-777D-CE8D-D47BD15F7E2E}"/>
              </a:ext>
            </a:extLst>
          </p:cNvPr>
          <p:cNvSpPr>
            <a:spLocks noGrp="1"/>
          </p:cNvSpPr>
          <p:nvPr>
            <p:ph type="title"/>
          </p:nvPr>
        </p:nvSpPr>
        <p:spPr/>
        <p:txBody>
          <a:bodyPr/>
          <a:lstStyle/>
          <a:p>
            <a:r>
              <a:rPr lang="en-GB" dirty="0">
                <a:solidFill>
                  <a:srgbClr val="002060"/>
                </a:solidFill>
              </a:rPr>
              <a:t>Advanced Robot Motion Controlling through Machine Learning Methods </a:t>
            </a:r>
          </a:p>
        </p:txBody>
      </p:sp>
      <p:sp>
        <p:nvSpPr>
          <p:cNvPr id="3" name="Text Placeholder 2">
            <a:extLst>
              <a:ext uri="{FF2B5EF4-FFF2-40B4-BE49-F238E27FC236}">
                <a16:creationId xmlns:a16="http://schemas.microsoft.com/office/drawing/2014/main" id="{394D1997-BEEE-F0D4-D9CE-58CF277910EB}"/>
              </a:ext>
            </a:extLst>
          </p:cNvPr>
          <p:cNvSpPr>
            <a:spLocks noGrp="1"/>
          </p:cNvSpPr>
          <p:nvPr>
            <p:ph type="body" idx="1"/>
          </p:nvPr>
        </p:nvSpPr>
        <p:spPr/>
        <p:txBody>
          <a:bodyPr/>
          <a:lstStyle/>
          <a:p>
            <a:r>
              <a:rPr lang="en-GB" dirty="0"/>
              <a:t>A5</a:t>
            </a:r>
          </a:p>
        </p:txBody>
      </p:sp>
      <p:sp>
        <p:nvSpPr>
          <p:cNvPr id="4" name="Date Placeholder 3">
            <a:extLst>
              <a:ext uri="{FF2B5EF4-FFF2-40B4-BE49-F238E27FC236}">
                <a16:creationId xmlns:a16="http://schemas.microsoft.com/office/drawing/2014/main" id="{56403E07-542A-9D71-8A7B-41B6B3FE7934}"/>
              </a:ext>
            </a:extLst>
          </p:cNvPr>
          <p:cNvSpPr>
            <a:spLocks noGrp="1"/>
          </p:cNvSpPr>
          <p:nvPr>
            <p:ph type="dt" sz="half" idx="10"/>
          </p:nvPr>
        </p:nvSpPr>
        <p:spPr/>
        <p:txBody>
          <a:bodyPr/>
          <a:lstStyle/>
          <a:p>
            <a:r>
              <a:rPr lang="en-US"/>
              <a:t>3/19/2026</a:t>
            </a:r>
          </a:p>
        </p:txBody>
      </p:sp>
      <p:sp>
        <p:nvSpPr>
          <p:cNvPr id="5" name="Footer Placeholder 4">
            <a:extLst>
              <a:ext uri="{FF2B5EF4-FFF2-40B4-BE49-F238E27FC236}">
                <a16:creationId xmlns:a16="http://schemas.microsoft.com/office/drawing/2014/main" id="{BC015500-A78F-CA9C-5CB1-3E5C40DB8CE9}"/>
              </a:ext>
            </a:extLst>
          </p:cNvPr>
          <p:cNvSpPr>
            <a:spLocks noGrp="1"/>
          </p:cNvSpPr>
          <p:nvPr>
            <p:ph type="ftr" sz="quarter" idx="11"/>
          </p:nvPr>
        </p:nvSpPr>
        <p:spPr/>
        <p:txBody>
          <a:bodyPr/>
          <a:lstStyle/>
          <a:p>
            <a:r>
              <a:rPr lang="en-US"/>
              <a:t>PLAN4ARI-FISA24-00099 Crugliasco (TO)</a:t>
            </a:r>
            <a:endParaRPr lang="en-US" dirty="0"/>
          </a:p>
        </p:txBody>
      </p:sp>
      <p:sp>
        <p:nvSpPr>
          <p:cNvPr id="6" name="Slide Number Placeholder 5">
            <a:extLst>
              <a:ext uri="{FF2B5EF4-FFF2-40B4-BE49-F238E27FC236}">
                <a16:creationId xmlns:a16="http://schemas.microsoft.com/office/drawing/2014/main" id="{5D1BB390-1682-DB19-5EFE-56DA09A90DAE}"/>
              </a:ext>
            </a:extLst>
          </p:cNvPr>
          <p:cNvSpPr>
            <a:spLocks noGrp="1"/>
          </p:cNvSpPr>
          <p:nvPr>
            <p:ph type="sldNum" sz="quarter" idx="12"/>
          </p:nvPr>
        </p:nvSpPr>
        <p:spPr/>
        <p:txBody>
          <a:bodyPr/>
          <a:lstStyle/>
          <a:p>
            <a:fld id="{D67EB81F-4DFB-4028-A191-72B91FC75F55}" type="slidenum">
              <a:rPr lang="en-US" smtClean="0"/>
              <a:t>17</a:t>
            </a:fld>
            <a:endParaRPr lang="en-US"/>
          </a:p>
        </p:txBody>
      </p:sp>
    </p:spTree>
    <p:extLst>
      <p:ext uri="{BB962C8B-B14F-4D97-AF65-F5344CB8AC3E}">
        <p14:creationId xmlns:p14="http://schemas.microsoft.com/office/powerpoint/2010/main" val="3122325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32D62-07CD-3E70-9BCB-16E6E0B276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A65769-F2C6-3C6B-EC78-1CCD01564BE0}"/>
              </a:ext>
            </a:extLst>
          </p:cNvPr>
          <p:cNvSpPr>
            <a:spLocks noGrp="1"/>
          </p:cNvSpPr>
          <p:nvPr>
            <p:ph type="title"/>
          </p:nvPr>
        </p:nvSpPr>
        <p:spPr/>
        <p:txBody>
          <a:bodyPr/>
          <a:lstStyle/>
          <a:p>
            <a:r>
              <a:rPr lang="en-GB" sz="2400" dirty="0"/>
              <a:t>Advanced Robot Motion Controlling through Machine Learning Methods</a:t>
            </a:r>
          </a:p>
        </p:txBody>
      </p:sp>
      <p:sp>
        <p:nvSpPr>
          <p:cNvPr id="4" name="Text Placeholder 3">
            <a:extLst>
              <a:ext uri="{FF2B5EF4-FFF2-40B4-BE49-F238E27FC236}">
                <a16:creationId xmlns:a16="http://schemas.microsoft.com/office/drawing/2014/main" id="{191A1A98-F849-4704-F441-26ED7747C076}"/>
              </a:ext>
            </a:extLst>
          </p:cNvPr>
          <p:cNvSpPr>
            <a:spLocks noGrp="1"/>
          </p:cNvSpPr>
          <p:nvPr>
            <p:ph type="body" sz="half" idx="2"/>
          </p:nvPr>
        </p:nvSpPr>
        <p:spPr/>
        <p:txBody>
          <a:bodyPr>
            <a:normAutofit/>
          </a:bodyPr>
          <a:lstStyle/>
          <a:p>
            <a:pPr marL="342900" indent="-342900">
              <a:buAutoNum type="arabicParenR"/>
            </a:pPr>
            <a:r>
              <a:rPr lang="en-GB" dirty="0"/>
              <a:t>To innovate in deploying controllers that guarantee performance even under actuator faults and motion constraints.</a:t>
            </a:r>
          </a:p>
          <a:p>
            <a:pPr marL="342900" indent="-342900">
              <a:buAutoNum type="arabicParenR"/>
            </a:pPr>
            <a:r>
              <a:rPr lang="en-GB" dirty="0"/>
              <a:t>To innovate in deploying controllers considering elasticity inside the industrial robot joints. </a:t>
            </a:r>
          </a:p>
          <a:p>
            <a:pPr marL="342900" indent="-342900">
              <a:buAutoNum type="arabicParenR"/>
            </a:pPr>
            <a:r>
              <a:rPr lang="en-GB" dirty="0"/>
              <a:t>To innovate in the robustness and reliability of neural controllers</a:t>
            </a:r>
          </a:p>
          <a:p>
            <a:pPr marL="342900" indent="-342900">
              <a:buAutoNum type="arabicParenR"/>
            </a:pPr>
            <a:r>
              <a:rPr lang="en-GB" dirty="0"/>
              <a:t>Neural Controllers integrated with Model Based methodologies</a:t>
            </a:r>
          </a:p>
        </p:txBody>
      </p:sp>
      <p:sp>
        <p:nvSpPr>
          <p:cNvPr id="5" name="Date Placeholder 4">
            <a:extLst>
              <a:ext uri="{FF2B5EF4-FFF2-40B4-BE49-F238E27FC236}">
                <a16:creationId xmlns:a16="http://schemas.microsoft.com/office/drawing/2014/main" id="{AC217F31-23B9-64C4-C65C-25A470897DE1}"/>
              </a:ext>
            </a:extLst>
          </p:cNvPr>
          <p:cNvSpPr>
            <a:spLocks noGrp="1"/>
          </p:cNvSpPr>
          <p:nvPr>
            <p:ph type="dt" sz="half" idx="10"/>
          </p:nvPr>
        </p:nvSpPr>
        <p:spPr/>
        <p:txBody>
          <a:bodyPr/>
          <a:lstStyle/>
          <a:p>
            <a:r>
              <a:rPr lang="en-US"/>
              <a:t>3/19/2026</a:t>
            </a:r>
          </a:p>
        </p:txBody>
      </p:sp>
      <p:sp>
        <p:nvSpPr>
          <p:cNvPr id="6" name="Footer Placeholder 5">
            <a:extLst>
              <a:ext uri="{FF2B5EF4-FFF2-40B4-BE49-F238E27FC236}">
                <a16:creationId xmlns:a16="http://schemas.microsoft.com/office/drawing/2014/main" id="{654CF5D2-9CEA-9AFB-5A93-BE4FE2EE5AE1}"/>
              </a:ext>
            </a:extLst>
          </p:cNvPr>
          <p:cNvSpPr>
            <a:spLocks noGrp="1"/>
          </p:cNvSpPr>
          <p:nvPr>
            <p:ph type="ftr" sz="quarter" idx="11"/>
          </p:nvPr>
        </p:nvSpPr>
        <p:spPr/>
        <p:txBody>
          <a:bodyPr/>
          <a:lstStyle/>
          <a:p>
            <a:r>
              <a:rPr lang="en-US"/>
              <a:t>PLAN4ARI-FISA24-00099 Crugliasco (TO)</a:t>
            </a:r>
          </a:p>
        </p:txBody>
      </p:sp>
      <p:sp>
        <p:nvSpPr>
          <p:cNvPr id="7" name="Slide Number Placeholder 6">
            <a:extLst>
              <a:ext uri="{FF2B5EF4-FFF2-40B4-BE49-F238E27FC236}">
                <a16:creationId xmlns:a16="http://schemas.microsoft.com/office/drawing/2014/main" id="{944F22C5-32F6-77C3-3A49-6E1CCD59F205}"/>
              </a:ext>
            </a:extLst>
          </p:cNvPr>
          <p:cNvSpPr>
            <a:spLocks noGrp="1"/>
          </p:cNvSpPr>
          <p:nvPr>
            <p:ph type="sldNum" sz="quarter" idx="12"/>
          </p:nvPr>
        </p:nvSpPr>
        <p:spPr/>
        <p:txBody>
          <a:bodyPr/>
          <a:lstStyle/>
          <a:p>
            <a:fld id="{D67EB81F-4DFB-4028-A191-72B91FC75F55}" type="slidenum">
              <a:rPr lang="en-US" smtClean="0"/>
              <a:t>18</a:t>
            </a:fld>
            <a:endParaRPr lang="en-US"/>
          </a:p>
        </p:txBody>
      </p:sp>
      <p:pic>
        <p:nvPicPr>
          <p:cNvPr id="10" name="Picture Placeholder 9">
            <a:extLst>
              <a:ext uri="{FF2B5EF4-FFF2-40B4-BE49-F238E27FC236}">
                <a16:creationId xmlns:a16="http://schemas.microsoft.com/office/drawing/2014/main" id="{1D075BB2-EDBE-8160-4052-66612D7B7850}"/>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10520" b="10520"/>
          <a:stretch>
            <a:fillRect/>
          </a:stretch>
        </p:blipFill>
        <p:spPr>
          <a:prstGeom prst="rect">
            <a:avLst/>
          </a:prstGeom>
        </p:spPr>
      </p:pic>
      <p:sp>
        <p:nvSpPr>
          <p:cNvPr id="8" name="AutoShape 2" descr="Generated image: Flow of thought in the brain">
            <a:extLst>
              <a:ext uri="{FF2B5EF4-FFF2-40B4-BE49-F238E27FC236}">
                <a16:creationId xmlns:a16="http://schemas.microsoft.com/office/drawing/2014/main" id="{223C08FB-72FD-BBEA-C569-2A79203A1E4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505269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98FFE-6320-81E8-9F04-B4CB9B219D1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4954C26-7965-ED09-EBD7-E8407D78EC21}"/>
              </a:ext>
            </a:extLst>
          </p:cNvPr>
          <p:cNvSpPr>
            <a:spLocks noGrp="1"/>
          </p:cNvSpPr>
          <p:nvPr>
            <p:ph type="title"/>
          </p:nvPr>
        </p:nvSpPr>
        <p:spPr/>
        <p:txBody>
          <a:bodyPr/>
          <a:lstStyle/>
          <a:p>
            <a:r>
              <a:rPr lang="en-GB" dirty="0"/>
              <a:t>A4 - Activities</a:t>
            </a:r>
          </a:p>
        </p:txBody>
      </p:sp>
      <p:sp>
        <p:nvSpPr>
          <p:cNvPr id="5" name="Date Placeholder 4">
            <a:extLst>
              <a:ext uri="{FF2B5EF4-FFF2-40B4-BE49-F238E27FC236}">
                <a16:creationId xmlns:a16="http://schemas.microsoft.com/office/drawing/2014/main" id="{BE9C8F82-011C-5B63-411D-6766D5E6FB33}"/>
              </a:ext>
            </a:extLst>
          </p:cNvPr>
          <p:cNvSpPr>
            <a:spLocks noGrp="1"/>
          </p:cNvSpPr>
          <p:nvPr>
            <p:ph type="dt" sz="half" idx="10"/>
          </p:nvPr>
        </p:nvSpPr>
        <p:spPr/>
        <p:txBody>
          <a:bodyPr/>
          <a:lstStyle/>
          <a:p>
            <a:r>
              <a:rPr lang="en-US"/>
              <a:t>3/19/2026</a:t>
            </a:r>
          </a:p>
        </p:txBody>
      </p:sp>
      <p:sp>
        <p:nvSpPr>
          <p:cNvPr id="6" name="Footer Placeholder 5">
            <a:extLst>
              <a:ext uri="{FF2B5EF4-FFF2-40B4-BE49-F238E27FC236}">
                <a16:creationId xmlns:a16="http://schemas.microsoft.com/office/drawing/2014/main" id="{F26037D3-80ED-79EA-2253-F164BDC1D951}"/>
              </a:ext>
            </a:extLst>
          </p:cNvPr>
          <p:cNvSpPr>
            <a:spLocks noGrp="1"/>
          </p:cNvSpPr>
          <p:nvPr>
            <p:ph type="ftr" sz="quarter" idx="11"/>
          </p:nvPr>
        </p:nvSpPr>
        <p:spPr/>
        <p:txBody>
          <a:bodyPr/>
          <a:lstStyle/>
          <a:p>
            <a:r>
              <a:rPr lang="en-US"/>
              <a:t>PLAN4ARI-FISA24-00099 Crugliasco (TO)</a:t>
            </a:r>
          </a:p>
        </p:txBody>
      </p:sp>
      <p:sp>
        <p:nvSpPr>
          <p:cNvPr id="7" name="Slide Number Placeholder 6">
            <a:extLst>
              <a:ext uri="{FF2B5EF4-FFF2-40B4-BE49-F238E27FC236}">
                <a16:creationId xmlns:a16="http://schemas.microsoft.com/office/drawing/2014/main" id="{0A455DEE-62FD-63F6-2E56-F80430AB08A3}"/>
              </a:ext>
            </a:extLst>
          </p:cNvPr>
          <p:cNvSpPr>
            <a:spLocks noGrp="1"/>
          </p:cNvSpPr>
          <p:nvPr>
            <p:ph type="sldNum" sz="quarter" idx="12"/>
          </p:nvPr>
        </p:nvSpPr>
        <p:spPr/>
        <p:txBody>
          <a:bodyPr/>
          <a:lstStyle/>
          <a:p>
            <a:fld id="{D67EB81F-4DFB-4028-A191-72B91FC75F55}" type="slidenum">
              <a:rPr lang="en-US" smtClean="0"/>
              <a:t>19</a:t>
            </a:fld>
            <a:endParaRPr lang="en-US"/>
          </a:p>
        </p:txBody>
      </p:sp>
      <p:sp>
        <p:nvSpPr>
          <p:cNvPr id="12" name="TextBox 11">
            <a:extLst>
              <a:ext uri="{FF2B5EF4-FFF2-40B4-BE49-F238E27FC236}">
                <a16:creationId xmlns:a16="http://schemas.microsoft.com/office/drawing/2014/main" id="{1C47B812-20AC-BA02-C07E-CB8AF20F6BDE}"/>
              </a:ext>
            </a:extLst>
          </p:cNvPr>
          <p:cNvSpPr txBox="1"/>
          <p:nvPr/>
        </p:nvSpPr>
        <p:spPr>
          <a:xfrm>
            <a:off x="243191" y="3287949"/>
            <a:ext cx="11815459" cy="1477328"/>
          </a:xfrm>
          <a:prstGeom prst="rect">
            <a:avLst/>
          </a:prstGeom>
          <a:noFill/>
        </p:spPr>
        <p:txBody>
          <a:bodyPr wrap="square" rtlCol="0">
            <a:spAutoFit/>
          </a:bodyPr>
          <a:lstStyle/>
          <a:p>
            <a:r>
              <a:rPr lang="en-US" b="1" dirty="0"/>
              <a:t>Task 5.1 Update of the scientific plan with the last state-of-the-art methodologies and tools</a:t>
            </a:r>
            <a:endParaRPr lang="en-GB" dirty="0"/>
          </a:p>
          <a:p>
            <a:r>
              <a:rPr lang="en-US" b="1" dirty="0"/>
              <a:t>Task 5.2 Design of the neural controller with prescribed performance constraint architecture</a:t>
            </a:r>
            <a:endParaRPr lang="en-GB" dirty="0"/>
          </a:p>
          <a:p>
            <a:r>
              <a:rPr lang="en-US" dirty="0"/>
              <a:t> </a:t>
            </a:r>
            <a:r>
              <a:rPr lang="en-US" b="1" dirty="0"/>
              <a:t>Task 5.3 Integration of the Motion Planning Framework inside the Open IPC</a:t>
            </a:r>
            <a:r>
              <a:rPr lang="en-US" dirty="0"/>
              <a:t> </a:t>
            </a:r>
            <a:endParaRPr lang="en-GB" dirty="0"/>
          </a:p>
          <a:p>
            <a:r>
              <a:rPr lang="en-US" b="1" dirty="0"/>
              <a:t>Task 5.4 Continuous Integration</a:t>
            </a:r>
            <a:r>
              <a:rPr lang="en-US" dirty="0"/>
              <a:t> </a:t>
            </a:r>
            <a:endParaRPr lang="en-GB" dirty="0"/>
          </a:p>
          <a:p>
            <a:r>
              <a:rPr lang="en-US" b="1" dirty="0"/>
              <a:t>Task 5.5 Benchmarking and Evaluation</a:t>
            </a:r>
            <a:r>
              <a:rPr lang="en-US" dirty="0"/>
              <a:t>. </a:t>
            </a:r>
            <a:endParaRPr lang="en-GB" dirty="0"/>
          </a:p>
        </p:txBody>
      </p:sp>
      <p:pic>
        <p:nvPicPr>
          <p:cNvPr id="3" name="Picture 2">
            <a:extLst>
              <a:ext uri="{FF2B5EF4-FFF2-40B4-BE49-F238E27FC236}">
                <a16:creationId xmlns:a16="http://schemas.microsoft.com/office/drawing/2014/main" id="{85682E61-5FE2-5C34-62E1-ABC5FCE9F9DD}"/>
              </a:ext>
            </a:extLst>
          </p:cNvPr>
          <p:cNvPicPr>
            <a:picLocks noChangeAspect="1"/>
          </p:cNvPicPr>
          <p:nvPr/>
        </p:nvPicPr>
        <p:blipFill>
          <a:blip r:embed="rId2"/>
          <a:stretch>
            <a:fillRect/>
          </a:stretch>
        </p:blipFill>
        <p:spPr>
          <a:xfrm>
            <a:off x="104026" y="1304848"/>
            <a:ext cx="11927856" cy="1228802"/>
          </a:xfrm>
          <a:prstGeom prst="rect">
            <a:avLst/>
          </a:prstGeom>
        </p:spPr>
      </p:pic>
    </p:spTree>
    <p:extLst>
      <p:ext uri="{BB962C8B-B14F-4D97-AF65-F5344CB8AC3E}">
        <p14:creationId xmlns:p14="http://schemas.microsoft.com/office/powerpoint/2010/main" val="901128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9088C-DB71-4AD5-5F38-2698CB2F62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0A00E-C089-0691-98DB-E929140C45FC}"/>
              </a:ext>
            </a:extLst>
          </p:cNvPr>
          <p:cNvSpPr>
            <a:spLocks noGrp="1"/>
          </p:cNvSpPr>
          <p:nvPr>
            <p:ph type="title"/>
          </p:nvPr>
        </p:nvSpPr>
        <p:spPr/>
        <p:txBody>
          <a:bodyPr/>
          <a:lstStyle/>
          <a:p>
            <a:r>
              <a:rPr lang="en-GB" dirty="0"/>
              <a:t>A.5 Roles</a:t>
            </a:r>
          </a:p>
        </p:txBody>
      </p:sp>
      <p:sp>
        <p:nvSpPr>
          <p:cNvPr id="3" name="Content Placeholder 2">
            <a:extLst>
              <a:ext uri="{FF2B5EF4-FFF2-40B4-BE49-F238E27FC236}">
                <a16:creationId xmlns:a16="http://schemas.microsoft.com/office/drawing/2014/main" id="{C87C508F-01A5-5121-99EA-682E4230A89D}"/>
              </a:ext>
            </a:extLst>
          </p:cNvPr>
          <p:cNvSpPr>
            <a:spLocks noGrp="1"/>
          </p:cNvSpPr>
          <p:nvPr>
            <p:ph idx="1"/>
          </p:nvPr>
        </p:nvSpPr>
        <p:spPr>
          <a:xfrm>
            <a:off x="242887" y="1059610"/>
            <a:ext cx="11706225" cy="4738780"/>
          </a:xfrm>
        </p:spPr>
        <p:txBody>
          <a:bodyPr>
            <a:noAutofit/>
          </a:bodyPr>
          <a:lstStyle/>
          <a:p>
            <a:pPr marL="285750" lvl="3" indent="-285750"/>
            <a:r>
              <a:rPr lang="en-US" sz="2000" b="1" dirty="0"/>
              <a:t>PI Role</a:t>
            </a:r>
            <a:endParaRPr lang="en-GB" sz="2000" b="1" dirty="0"/>
          </a:p>
          <a:p>
            <a:pPr>
              <a:buFont typeface="Courier New" panose="02070309020205020404" pitchFamily="49" charset="0"/>
              <a:buChar char="o"/>
            </a:pPr>
            <a:r>
              <a:rPr lang="en-US" sz="2000" dirty="0"/>
              <a:t>The PI will coordinate the activity, and he will be part of the team for the design of the methodology, its deployment, implementation, and testing.</a:t>
            </a:r>
            <a:endParaRPr lang="en-GB" sz="2000" dirty="0"/>
          </a:p>
          <a:p>
            <a:pPr>
              <a:buFont typeface="Courier New" panose="02070309020205020404" pitchFamily="49" charset="0"/>
              <a:buChar char="o"/>
            </a:pPr>
            <a:r>
              <a:rPr lang="en-US" sz="2000" dirty="0"/>
              <a:t>The full team will have a one-week touch point, focused on presenting the results to the PI, the Host Institution Responsible for the low-level control.</a:t>
            </a:r>
            <a:endParaRPr lang="en-GB" sz="2000" dirty="0"/>
          </a:p>
          <a:p>
            <a:pPr marL="285750" lvl="3" indent="-285750"/>
            <a:r>
              <a:rPr lang="en-US" sz="2000" b="1" dirty="0"/>
              <a:t>Research Organization</a:t>
            </a:r>
            <a:endParaRPr lang="en-GB" sz="2000" b="1" dirty="0"/>
          </a:p>
          <a:p>
            <a:pPr>
              <a:buFont typeface="Courier New" panose="02070309020205020404" pitchFamily="49" charset="0"/>
              <a:buChar char="o"/>
            </a:pPr>
            <a:r>
              <a:rPr lang="en-US" sz="2000" dirty="0"/>
              <a:t>The research </a:t>
            </a:r>
            <a:r>
              <a:rPr lang="en-GB" sz="2000" dirty="0"/>
              <a:t>organisation will invest about the 25% of the budget in this topic</a:t>
            </a:r>
            <a:r>
              <a:rPr lang="en-US" sz="2000" dirty="0"/>
              <a:t>. </a:t>
            </a:r>
            <a:endParaRPr lang="en-GB" sz="2000" dirty="0"/>
          </a:p>
          <a:p>
            <a:pPr>
              <a:buFont typeface="Courier New" panose="02070309020205020404" pitchFamily="49" charset="0"/>
              <a:buChar char="o"/>
            </a:pPr>
            <a:r>
              <a:rPr lang="en-US" sz="2000" dirty="0"/>
              <a:t>They will define the methodology and implement it using </a:t>
            </a:r>
            <a:r>
              <a:rPr lang="en-GB" sz="2000" dirty="0"/>
              <a:t>the first ad-hoc platform and then (from the halfway point</a:t>
            </a:r>
            <a:r>
              <a:rPr lang="en-US" sz="2000" dirty="0"/>
              <a:t> to the end) inside the </a:t>
            </a:r>
            <a:r>
              <a:rPr lang="en-US" sz="2000" b="1" dirty="0"/>
              <a:t>Core IPC</a:t>
            </a:r>
            <a:r>
              <a:rPr lang="en-US" sz="2000" dirty="0"/>
              <a:t>.</a:t>
            </a:r>
            <a:endParaRPr lang="en-GB" sz="2000" dirty="0"/>
          </a:p>
          <a:p>
            <a:pPr marL="285750" lvl="3" indent="-285750"/>
            <a:r>
              <a:rPr lang="en-US" sz="2000" b="1" dirty="0"/>
              <a:t>Host Institution</a:t>
            </a:r>
            <a:endParaRPr lang="en-GB" sz="2000" b="1" dirty="0"/>
          </a:p>
          <a:p>
            <a:pPr>
              <a:buFont typeface="Courier New" panose="02070309020205020404" pitchFamily="49" charset="0"/>
              <a:buChar char="o"/>
            </a:pPr>
            <a:r>
              <a:rPr lang="en-US" sz="2000" dirty="0"/>
              <a:t>The Host Institution will invest about 27.5% of the budget to integrate</a:t>
            </a:r>
          </a:p>
          <a:p>
            <a:pPr>
              <a:buFont typeface="Courier New" panose="02070309020205020404" pitchFamily="49" charset="0"/>
              <a:buChar char="o"/>
            </a:pPr>
            <a:r>
              <a:rPr lang="en-US" sz="2000" dirty="0"/>
              <a:t>Two working teams will be engaged. First, a working team will mainly focus on supporting the research organization in developing a realistic digital twin of COMAU robots that can be exploited in the development phase. Furthermore, such a team will support the research organization in defining the evaluation metrics, designing the experiments, and measuring the performance. The second working team will put effort into integrating the control strategies inside a prototype of a robot controller.</a:t>
            </a:r>
            <a:endParaRPr lang="en-GB" sz="2000" dirty="0"/>
          </a:p>
          <a:p>
            <a:pPr marL="0" lvl="3" indent="0">
              <a:buNone/>
            </a:pPr>
            <a:endParaRPr lang="en-GB" sz="2000" dirty="0"/>
          </a:p>
          <a:p>
            <a:pPr marL="285750" indent="-285750"/>
            <a:endParaRPr lang="en-GB" sz="2000" dirty="0"/>
          </a:p>
        </p:txBody>
      </p:sp>
      <p:sp>
        <p:nvSpPr>
          <p:cNvPr id="4" name="Date Placeholder 3">
            <a:extLst>
              <a:ext uri="{FF2B5EF4-FFF2-40B4-BE49-F238E27FC236}">
                <a16:creationId xmlns:a16="http://schemas.microsoft.com/office/drawing/2014/main" id="{E24FFAFC-A8B0-ABB5-F9CE-8C76066C775B}"/>
              </a:ext>
            </a:extLst>
          </p:cNvPr>
          <p:cNvSpPr>
            <a:spLocks noGrp="1"/>
          </p:cNvSpPr>
          <p:nvPr>
            <p:ph type="dt" sz="half" idx="10"/>
          </p:nvPr>
        </p:nvSpPr>
        <p:spPr/>
        <p:txBody>
          <a:bodyPr/>
          <a:lstStyle/>
          <a:p>
            <a:r>
              <a:rPr lang="en-US"/>
              <a:t>3/19/2026</a:t>
            </a:r>
          </a:p>
        </p:txBody>
      </p:sp>
      <p:sp>
        <p:nvSpPr>
          <p:cNvPr id="5" name="Footer Placeholder 4">
            <a:extLst>
              <a:ext uri="{FF2B5EF4-FFF2-40B4-BE49-F238E27FC236}">
                <a16:creationId xmlns:a16="http://schemas.microsoft.com/office/drawing/2014/main" id="{3A17E1E8-F80E-5E69-2C4C-7FC0D5A521CB}"/>
              </a:ext>
            </a:extLst>
          </p:cNvPr>
          <p:cNvSpPr>
            <a:spLocks noGrp="1"/>
          </p:cNvSpPr>
          <p:nvPr>
            <p:ph type="ftr" sz="quarter" idx="11"/>
          </p:nvPr>
        </p:nvSpPr>
        <p:spPr/>
        <p:txBody>
          <a:bodyPr/>
          <a:lstStyle/>
          <a:p>
            <a:r>
              <a:rPr lang="en-US"/>
              <a:t>PLAN4ARI-FISA24-00099 Crugliasco (TO)</a:t>
            </a:r>
          </a:p>
        </p:txBody>
      </p:sp>
      <p:sp>
        <p:nvSpPr>
          <p:cNvPr id="6" name="Slide Number Placeholder 5">
            <a:extLst>
              <a:ext uri="{FF2B5EF4-FFF2-40B4-BE49-F238E27FC236}">
                <a16:creationId xmlns:a16="http://schemas.microsoft.com/office/drawing/2014/main" id="{6DAEAFAD-D38C-53ED-38A5-0B1D4B3C80C0}"/>
              </a:ext>
            </a:extLst>
          </p:cNvPr>
          <p:cNvSpPr>
            <a:spLocks noGrp="1"/>
          </p:cNvSpPr>
          <p:nvPr>
            <p:ph type="sldNum" sz="quarter" idx="12"/>
          </p:nvPr>
        </p:nvSpPr>
        <p:spPr/>
        <p:txBody>
          <a:bodyPr/>
          <a:lstStyle/>
          <a:p>
            <a:fld id="{D67EB81F-4DFB-4028-A191-72B91FC75F55}" type="slidenum">
              <a:rPr lang="en-US" smtClean="0"/>
              <a:t>20</a:t>
            </a:fld>
            <a:endParaRPr lang="en-US"/>
          </a:p>
        </p:txBody>
      </p:sp>
    </p:spTree>
    <p:extLst>
      <p:ext uri="{BB962C8B-B14F-4D97-AF65-F5344CB8AC3E}">
        <p14:creationId xmlns:p14="http://schemas.microsoft.com/office/powerpoint/2010/main" val="1741222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CB3E1-FB51-DBEB-C8C7-D659B84587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73A7D6-23D0-52D8-3D4D-AE712F7DFD78}"/>
              </a:ext>
            </a:extLst>
          </p:cNvPr>
          <p:cNvSpPr>
            <a:spLocks noGrp="1"/>
          </p:cNvSpPr>
          <p:nvPr>
            <p:ph type="title"/>
          </p:nvPr>
        </p:nvSpPr>
        <p:spPr/>
        <p:txBody>
          <a:bodyPr/>
          <a:lstStyle/>
          <a:p>
            <a:r>
              <a:rPr lang="en-GB" dirty="0">
                <a:solidFill>
                  <a:srgbClr val="002060"/>
                </a:solidFill>
              </a:rPr>
              <a:t>Human-Robot Trustiness Evaluation and Assessment</a:t>
            </a:r>
          </a:p>
        </p:txBody>
      </p:sp>
      <p:sp>
        <p:nvSpPr>
          <p:cNvPr id="3" name="Text Placeholder 2">
            <a:extLst>
              <a:ext uri="{FF2B5EF4-FFF2-40B4-BE49-F238E27FC236}">
                <a16:creationId xmlns:a16="http://schemas.microsoft.com/office/drawing/2014/main" id="{E524C779-6467-55F0-0566-92D5AF14907D}"/>
              </a:ext>
            </a:extLst>
          </p:cNvPr>
          <p:cNvSpPr>
            <a:spLocks noGrp="1"/>
          </p:cNvSpPr>
          <p:nvPr>
            <p:ph type="body" idx="1"/>
          </p:nvPr>
        </p:nvSpPr>
        <p:spPr/>
        <p:txBody>
          <a:bodyPr/>
          <a:lstStyle/>
          <a:p>
            <a:r>
              <a:rPr lang="en-GB" dirty="0"/>
              <a:t>A6</a:t>
            </a:r>
          </a:p>
        </p:txBody>
      </p:sp>
      <p:sp>
        <p:nvSpPr>
          <p:cNvPr id="4" name="Date Placeholder 3">
            <a:extLst>
              <a:ext uri="{FF2B5EF4-FFF2-40B4-BE49-F238E27FC236}">
                <a16:creationId xmlns:a16="http://schemas.microsoft.com/office/drawing/2014/main" id="{6E7F7A02-6047-38C7-4665-3F28E8AC7F53}"/>
              </a:ext>
            </a:extLst>
          </p:cNvPr>
          <p:cNvSpPr>
            <a:spLocks noGrp="1"/>
          </p:cNvSpPr>
          <p:nvPr>
            <p:ph type="dt" sz="half" idx="10"/>
          </p:nvPr>
        </p:nvSpPr>
        <p:spPr/>
        <p:txBody>
          <a:bodyPr/>
          <a:lstStyle/>
          <a:p>
            <a:r>
              <a:rPr lang="en-US"/>
              <a:t>3/19/2026</a:t>
            </a:r>
          </a:p>
        </p:txBody>
      </p:sp>
      <p:sp>
        <p:nvSpPr>
          <p:cNvPr id="5" name="Footer Placeholder 4">
            <a:extLst>
              <a:ext uri="{FF2B5EF4-FFF2-40B4-BE49-F238E27FC236}">
                <a16:creationId xmlns:a16="http://schemas.microsoft.com/office/drawing/2014/main" id="{EDEF496F-3EBB-FEAB-4F97-F8089F020B99}"/>
              </a:ext>
            </a:extLst>
          </p:cNvPr>
          <p:cNvSpPr>
            <a:spLocks noGrp="1"/>
          </p:cNvSpPr>
          <p:nvPr>
            <p:ph type="ftr" sz="quarter" idx="11"/>
          </p:nvPr>
        </p:nvSpPr>
        <p:spPr/>
        <p:txBody>
          <a:bodyPr/>
          <a:lstStyle/>
          <a:p>
            <a:r>
              <a:rPr lang="en-US"/>
              <a:t>PLAN4ARI-FISA24-00099 Crugliasco (TO)</a:t>
            </a:r>
            <a:endParaRPr lang="en-US" dirty="0"/>
          </a:p>
        </p:txBody>
      </p:sp>
      <p:sp>
        <p:nvSpPr>
          <p:cNvPr id="6" name="Slide Number Placeholder 5">
            <a:extLst>
              <a:ext uri="{FF2B5EF4-FFF2-40B4-BE49-F238E27FC236}">
                <a16:creationId xmlns:a16="http://schemas.microsoft.com/office/drawing/2014/main" id="{EBAD74ED-2C29-90B4-1867-A795B74D7223}"/>
              </a:ext>
            </a:extLst>
          </p:cNvPr>
          <p:cNvSpPr>
            <a:spLocks noGrp="1"/>
          </p:cNvSpPr>
          <p:nvPr>
            <p:ph type="sldNum" sz="quarter" idx="12"/>
          </p:nvPr>
        </p:nvSpPr>
        <p:spPr/>
        <p:txBody>
          <a:bodyPr/>
          <a:lstStyle/>
          <a:p>
            <a:fld id="{D67EB81F-4DFB-4028-A191-72B91FC75F55}" type="slidenum">
              <a:rPr lang="en-US" smtClean="0"/>
              <a:t>21</a:t>
            </a:fld>
            <a:endParaRPr lang="en-US"/>
          </a:p>
        </p:txBody>
      </p:sp>
    </p:spTree>
    <p:extLst>
      <p:ext uri="{BB962C8B-B14F-4D97-AF65-F5344CB8AC3E}">
        <p14:creationId xmlns:p14="http://schemas.microsoft.com/office/powerpoint/2010/main" val="1614272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70358C0E-79D5-343A-10F0-94E9D2ACE19F}"/>
              </a:ext>
            </a:extLst>
          </p:cNvPr>
          <p:cNvSpPr/>
          <p:nvPr/>
        </p:nvSpPr>
        <p:spPr>
          <a:xfrm>
            <a:off x="0" y="196911"/>
            <a:ext cx="12192000" cy="812598"/>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Titolo 1">
            <a:extLst>
              <a:ext uri="{FF2B5EF4-FFF2-40B4-BE49-F238E27FC236}">
                <a16:creationId xmlns:a16="http://schemas.microsoft.com/office/drawing/2014/main" id="{1690BEAA-BD4F-6275-620B-C66D7C0AB145}"/>
              </a:ext>
            </a:extLst>
          </p:cNvPr>
          <p:cNvSpPr txBox="1">
            <a:spLocks/>
          </p:cNvSpPr>
          <p:nvPr/>
        </p:nvSpPr>
        <p:spPr>
          <a:xfrm>
            <a:off x="242426" y="445791"/>
            <a:ext cx="7571537" cy="427586"/>
          </a:xfrm>
          <a:prstGeom prst="rect">
            <a:avLst/>
          </a:prstGeom>
        </p:spPr>
        <p:txBody>
          <a:bodyPr vert="horz" lIns="91440" tIns="45720" rIns="91440" bIns="45720" rtlCol="0" anchor="ctr">
            <a:noAutofit/>
          </a:bodyPr>
          <a:lstStyle>
            <a:lvl1pPr algn="r" defTabSz="914400" rtl="0" eaLnBrk="1" latinLnBrk="0" hangingPunct="1">
              <a:lnSpc>
                <a:spcPct val="80000"/>
              </a:lnSpc>
              <a:spcBef>
                <a:spcPct val="0"/>
              </a:spcBef>
              <a:buNone/>
              <a:defRPr sz="5000" kern="1200" cap="all" spc="200" baseline="0">
                <a:solidFill>
                  <a:schemeClr val="tx1">
                    <a:lumMod val="95000"/>
                    <a:lumOff val="5000"/>
                  </a:schemeClr>
                </a:solidFill>
                <a:latin typeface="+mj-lt"/>
                <a:ea typeface="+mj-ea"/>
                <a:cs typeface="+mj-cs"/>
              </a:defRPr>
            </a:lvl1pPr>
          </a:lstStyle>
          <a:p>
            <a:pPr algn="l"/>
            <a:r>
              <a:rPr lang="it-IT" sz="3000" b="1" dirty="0">
                <a:solidFill>
                  <a:schemeClr val="bg1"/>
                </a:solidFill>
                <a:latin typeface="Source Sans Pro" panose="020B0503030403020204" pitchFamily="34" charset="0"/>
                <a:ea typeface="Roboto Slab Black" pitchFamily="2" charset="0"/>
              </a:rPr>
              <a:t>Activity 6 (a6)</a:t>
            </a:r>
          </a:p>
        </p:txBody>
      </p:sp>
      <p:sp>
        <p:nvSpPr>
          <p:cNvPr id="5" name="Titolo 1">
            <a:extLst>
              <a:ext uri="{FF2B5EF4-FFF2-40B4-BE49-F238E27FC236}">
                <a16:creationId xmlns:a16="http://schemas.microsoft.com/office/drawing/2014/main" id="{169B6DED-A08B-BF62-1CC8-A9472E89B020}"/>
              </a:ext>
            </a:extLst>
          </p:cNvPr>
          <p:cNvSpPr txBox="1">
            <a:spLocks/>
          </p:cNvSpPr>
          <p:nvPr/>
        </p:nvSpPr>
        <p:spPr>
          <a:xfrm>
            <a:off x="194783" y="1284787"/>
            <a:ext cx="11802429" cy="100312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it-IT" sz="2200" noProof="0" dirty="0">
                <a:solidFill>
                  <a:srgbClr val="2A4385"/>
                </a:solidFill>
                <a:latin typeface="Source Sans Pro" panose="020B0503030403020204" pitchFamily="34" charset="0"/>
                <a:ea typeface="Roboto Slab Black" pitchFamily="2" charset="0"/>
              </a:rPr>
              <a:t>Finalità di A6:</a:t>
            </a:r>
          </a:p>
          <a:p>
            <a:pPr algn="just"/>
            <a:r>
              <a:rPr lang="it-IT" sz="2200" noProof="0" dirty="0">
                <a:solidFill>
                  <a:srgbClr val="2A4385"/>
                </a:solidFill>
                <a:latin typeface="Source Sans Pro" panose="020B0503030403020204" pitchFamily="34" charset="0"/>
                <a:ea typeface="Roboto Slab Black" pitchFamily="2" charset="0"/>
              </a:rPr>
              <a:t>Costruire una scala per la valutazione della "fiducia" degli operatori nei </a:t>
            </a:r>
            <a:r>
              <a:rPr lang="it-IT" sz="2200" noProof="0" dirty="0" err="1">
                <a:solidFill>
                  <a:srgbClr val="2A4385"/>
                </a:solidFill>
                <a:latin typeface="Source Sans Pro" panose="020B0503030403020204" pitchFamily="34" charset="0"/>
                <a:ea typeface="Roboto Slab Black" pitchFamily="2" charset="0"/>
              </a:rPr>
              <a:t>cobots</a:t>
            </a:r>
            <a:r>
              <a:rPr lang="it-IT" sz="2200" noProof="0" dirty="0">
                <a:solidFill>
                  <a:srgbClr val="2A4385"/>
                </a:solidFill>
                <a:latin typeface="Source Sans Pro" panose="020B0503030403020204" pitchFamily="34" charset="0"/>
                <a:ea typeface="Roboto Slab Black" pitchFamily="2" charset="0"/>
              </a:rPr>
              <a:t> / nel lavorare con i cobots</a:t>
            </a:r>
          </a:p>
        </p:txBody>
      </p:sp>
      <p:sp>
        <p:nvSpPr>
          <p:cNvPr id="2" name="Titolo 1">
            <a:extLst>
              <a:ext uri="{FF2B5EF4-FFF2-40B4-BE49-F238E27FC236}">
                <a16:creationId xmlns:a16="http://schemas.microsoft.com/office/drawing/2014/main" id="{852AA963-424C-7F85-030D-79A1496955AA}"/>
              </a:ext>
            </a:extLst>
          </p:cNvPr>
          <p:cNvSpPr txBox="1">
            <a:spLocks/>
          </p:cNvSpPr>
          <p:nvPr/>
        </p:nvSpPr>
        <p:spPr>
          <a:xfrm>
            <a:off x="194783" y="2523576"/>
            <a:ext cx="11802427" cy="1134028"/>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gn="just">
              <a:buFont typeface="Arial" panose="020B0604020202020204" pitchFamily="34" charset="0"/>
              <a:buChar char="•"/>
            </a:pPr>
            <a:r>
              <a:rPr lang="it-IT" sz="2200" noProof="0" dirty="0">
                <a:solidFill>
                  <a:srgbClr val="2A4385"/>
                </a:solidFill>
                <a:latin typeface="Source Sans Pro" panose="020B0503030403020204" pitchFamily="34" charset="0"/>
                <a:ea typeface="Roboto Slab Black" pitchFamily="2" charset="0"/>
              </a:rPr>
              <a:t>La scala di valutazione sarà un questionario con domande a risposta chiusa</a:t>
            </a:r>
          </a:p>
          <a:p>
            <a:pPr marL="342900" indent="-342900" algn="just">
              <a:buFont typeface="Arial" panose="020B0604020202020204" pitchFamily="34" charset="0"/>
              <a:buChar char="•"/>
            </a:pPr>
            <a:r>
              <a:rPr lang="it-IT" sz="2200" dirty="0">
                <a:solidFill>
                  <a:srgbClr val="2A4385"/>
                </a:solidFill>
                <a:latin typeface="Source Sans Pro" panose="020B0503030403020204" pitchFamily="34" charset="0"/>
                <a:ea typeface="Roboto Slab Black" pitchFamily="2" charset="0"/>
              </a:rPr>
              <a:t>Fornisce un indice della fiducia degli operatori (HRC industriale e cobots)</a:t>
            </a:r>
          </a:p>
          <a:p>
            <a:pPr marL="342900" indent="-342900" algn="just">
              <a:buFont typeface="Arial" panose="020B0604020202020204" pitchFamily="34" charset="0"/>
              <a:buChar char="•"/>
            </a:pPr>
            <a:r>
              <a:rPr lang="it-IT" sz="2200" noProof="0" dirty="0">
                <a:solidFill>
                  <a:srgbClr val="2A4385"/>
                </a:solidFill>
                <a:latin typeface="Source Sans Pro" panose="020B0503030403020204" pitchFamily="34" charset="0"/>
                <a:ea typeface="Roboto Slab Black" pitchFamily="2" charset="0"/>
              </a:rPr>
              <a:t>Rivolta all'industria; recluta </a:t>
            </a:r>
            <a:r>
              <a:rPr lang="it-IT" sz="2200" dirty="0">
                <a:solidFill>
                  <a:srgbClr val="2A4385"/>
                </a:solidFill>
                <a:latin typeface="Source Sans Pro" panose="020B0503030403020204" pitchFamily="34" charset="0"/>
                <a:ea typeface="Roboto Slab Black" pitchFamily="2" charset="0"/>
              </a:rPr>
              <a:t>i soggetti (lavoratori) del campo industriale reale</a:t>
            </a:r>
          </a:p>
          <a:p>
            <a:pPr marL="342900" indent="-342900" algn="just">
              <a:buFont typeface="Arial" panose="020B0604020202020204" pitchFamily="34" charset="0"/>
              <a:buChar char="•"/>
            </a:pPr>
            <a:endParaRPr lang="it-IT" sz="1400" noProof="0" dirty="0">
              <a:solidFill>
                <a:srgbClr val="2A4385"/>
              </a:solidFill>
              <a:latin typeface="Source Sans Pro" panose="020B0503030403020204" pitchFamily="34" charset="0"/>
              <a:ea typeface="Roboto Slab Black" pitchFamily="2" charset="0"/>
            </a:endParaRPr>
          </a:p>
        </p:txBody>
      </p:sp>
      <p:sp>
        <p:nvSpPr>
          <p:cNvPr id="7" name="Titolo 1">
            <a:extLst>
              <a:ext uri="{FF2B5EF4-FFF2-40B4-BE49-F238E27FC236}">
                <a16:creationId xmlns:a16="http://schemas.microsoft.com/office/drawing/2014/main" id="{658A0486-AA9D-601D-CE57-4BE0DD0AD0BB}"/>
              </a:ext>
            </a:extLst>
          </p:cNvPr>
          <p:cNvSpPr txBox="1">
            <a:spLocks/>
          </p:cNvSpPr>
          <p:nvPr/>
        </p:nvSpPr>
        <p:spPr>
          <a:xfrm>
            <a:off x="194783" y="4880802"/>
            <a:ext cx="11802427" cy="145807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it-IT" sz="2200" dirty="0">
                <a:solidFill>
                  <a:srgbClr val="2A4385"/>
                </a:solidFill>
                <a:latin typeface="Source Sans Pro" panose="020B0503030403020204" pitchFamily="34" charset="0"/>
                <a:ea typeface="Roboto Slab Black" pitchFamily="2" charset="0"/>
              </a:rPr>
              <a:t>La realizzazione della scala coinvolge:</a:t>
            </a:r>
          </a:p>
          <a:p>
            <a:pPr marL="342900" indent="-342900" algn="just">
              <a:buFont typeface="Arial" panose="020B0604020202020204" pitchFamily="34" charset="0"/>
              <a:buChar char="•"/>
            </a:pPr>
            <a:r>
              <a:rPr lang="it-IT" sz="2200" dirty="0">
                <a:solidFill>
                  <a:srgbClr val="2A4385"/>
                </a:solidFill>
                <a:latin typeface="Source Sans Pro" panose="020B0503030403020204" pitchFamily="34" charset="0"/>
                <a:ea typeface="Roboto Slab Black" pitchFamily="2" charset="0"/>
              </a:rPr>
              <a:t>Tecnologie attuali</a:t>
            </a:r>
          </a:p>
          <a:p>
            <a:pPr marL="342900" indent="-342900" algn="just">
              <a:buFont typeface="Arial" panose="020B0604020202020204" pitchFamily="34" charset="0"/>
              <a:buChar char="•"/>
            </a:pPr>
            <a:r>
              <a:rPr lang="it-IT" sz="2200" dirty="0">
                <a:solidFill>
                  <a:srgbClr val="2A4385"/>
                </a:solidFill>
                <a:latin typeface="Source Sans Pro" panose="020B0503030403020204" pitchFamily="34" charset="0"/>
                <a:ea typeface="Roboto Slab Black" pitchFamily="2" charset="0"/>
              </a:rPr>
              <a:t>Soggetti (lavoratori) del campo reale</a:t>
            </a:r>
          </a:p>
          <a:p>
            <a:pPr marL="342900" indent="-342900" algn="just">
              <a:buFont typeface="Arial" panose="020B0604020202020204" pitchFamily="34" charset="0"/>
              <a:buChar char="•"/>
            </a:pPr>
            <a:r>
              <a:rPr lang="it-IT" sz="2200" dirty="0">
                <a:solidFill>
                  <a:srgbClr val="2A4385"/>
                </a:solidFill>
                <a:latin typeface="Source Sans Pro" panose="020B0503030403020204" pitchFamily="34" charset="0"/>
                <a:ea typeface="Roboto Slab Black" pitchFamily="2" charset="0"/>
              </a:rPr>
              <a:t>Contesto del campo reale</a:t>
            </a:r>
            <a:endParaRPr lang="it-IT" sz="2200" noProof="0" dirty="0">
              <a:solidFill>
                <a:srgbClr val="2A4385"/>
              </a:solidFill>
              <a:latin typeface="Source Sans Pro" panose="020B0503030403020204" pitchFamily="34" charset="0"/>
              <a:ea typeface="Roboto Slab Black" pitchFamily="2" charset="0"/>
            </a:endParaRPr>
          </a:p>
          <a:p>
            <a:pPr marL="342900" indent="-342900" algn="just">
              <a:buFont typeface="Arial" panose="020B0604020202020204" pitchFamily="34" charset="0"/>
              <a:buChar char="•"/>
            </a:pPr>
            <a:endParaRPr lang="it-IT" sz="1400" noProof="0" dirty="0">
              <a:solidFill>
                <a:srgbClr val="2A4385"/>
              </a:solidFill>
              <a:latin typeface="Source Sans Pro" panose="020B0503030403020204" pitchFamily="34" charset="0"/>
              <a:ea typeface="Roboto Slab Black" pitchFamily="2" charset="0"/>
            </a:endParaRPr>
          </a:p>
        </p:txBody>
      </p:sp>
      <p:sp>
        <p:nvSpPr>
          <p:cNvPr id="9" name="Titolo 1">
            <a:extLst>
              <a:ext uri="{FF2B5EF4-FFF2-40B4-BE49-F238E27FC236}">
                <a16:creationId xmlns:a16="http://schemas.microsoft.com/office/drawing/2014/main" id="{FA4E6A37-32FF-0E33-C768-7CD7D9B80CAF}"/>
              </a:ext>
            </a:extLst>
          </p:cNvPr>
          <p:cNvSpPr txBox="1">
            <a:spLocks/>
          </p:cNvSpPr>
          <p:nvPr/>
        </p:nvSpPr>
        <p:spPr>
          <a:xfrm>
            <a:off x="194783" y="3803691"/>
            <a:ext cx="11802427" cy="81259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it-IT" sz="2200" dirty="0">
                <a:solidFill>
                  <a:srgbClr val="2A4385"/>
                </a:solidFill>
                <a:latin typeface="Source Sans Pro" panose="020B0503030403020204" pitchFamily="34" charset="0"/>
                <a:ea typeface="Roboto Slab Black" pitchFamily="2" charset="0"/>
              </a:rPr>
              <a:t>Rimanere</a:t>
            </a:r>
            <a:r>
              <a:rPr lang="it-IT" sz="2200" noProof="0" dirty="0">
                <a:solidFill>
                  <a:srgbClr val="2A4385"/>
                </a:solidFill>
                <a:latin typeface="Source Sans Pro" panose="020B0503030403020204" pitchFamily="34" charset="0"/>
                <a:ea typeface="Roboto Slab Black" pitchFamily="2" charset="0"/>
              </a:rPr>
              <a:t> nel campo reale: no "pseudo-robot", no ambienti controllati / labor</a:t>
            </a:r>
            <a:r>
              <a:rPr lang="it-IT" sz="2200" dirty="0" err="1">
                <a:solidFill>
                  <a:srgbClr val="2A4385"/>
                </a:solidFill>
                <a:latin typeface="Source Sans Pro" panose="020B0503030403020204" pitchFamily="34" charset="0"/>
                <a:ea typeface="Roboto Slab Black" pitchFamily="2" charset="0"/>
              </a:rPr>
              <a:t>atori</a:t>
            </a:r>
            <a:r>
              <a:rPr lang="it-IT" sz="2200" dirty="0">
                <a:solidFill>
                  <a:srgbClr val="2A4385"/>
                </a:solidFill>
                <a:latin typeface="Source Sans Pro" panose="020B0503030403020204" pitchFamily="34" charset="0"/>
                <a:ea typeface="Roboto Slab Black" pitchFamily="2" charset="0"/>
              </a:rPr>
              <a:t> di ricerca, no soggetti fuori contesto (per es. colleghi ricercatori, laureandi, etc.)</a:t>
            </a:r>
            <a:endParaRPr lang="it-IT" sz="1400" noProof="0" dirty="0">
              <a:solidFill>
                <a:srgbClr val="2A4385"/>
              </a:solidFill>
              <a:latin typeface="Source Sans Pro" panose="020B0503030403020204" pitchFamily="34" charset="0"/>
              <a:ea typeface="Roboto Slab Black" pitchFamily="2" charset="0"/>
            </a:endParaRPr>
          </a:p>
        </p:txBody>
      </p:sp>
      <p:sp>
        <p:nvSpPr>
          <p:cNvPr id="4" name="Date Placeholder 3">
            <a:extLst>
              <a:ext uri="{FF2B5EF4-FFF2-40B4-BE49-F238E27FC236}">
                <a16:creationId xmlns:a16="http://schemas.microsoft.com/office/drawing/2014/main" id="{B65714EF-C799-BE4D-3873-7C6AF56131B0}"/>
              </a:ext>
            </a:extLst>
          </p:cNvPr>
          <p:cNvSpPr>
            <a:spLocks noGrp="1"/>
          </p:cNvSpPr>
          <p:nvPr>
            <p:ph type="dt" sz="half" idx="10"/>
          </p:nvPr>
        </p:nvSpPr>
        <p:spPr/>
        <p:txBody>
          <a:bodyPr/>
          <a:lstStyle/>
          <a:p>
            <a:r>
              <a:rPr lang="en-US"/>
              <a:t>3/19/2026</a:t>
            </a:r>
          </a:p>
        </p:txBody>
      </p:sp>
      <p:sp>
        <p:nvSpPr>
          <p:cNvPr id="10" name="Footer Placeholder 9">
            <a:extLst>
              <a:ext uri="{FF2B5EF4-FFF2-40B4-BE49-F238E27FC236}">
                <a16:creationId xmlns:a16="http://schemas.microsoft.com/office/drawing/2014/main" id="{E850ABE5-6E1D-8210-42C4-59E99144DC01}"/>
              </a:ext>
            </a:extLst>
          </p:cNvPr>
          <p:cNvSpPr>
            <a:spLocks noGrp="1"/>
          </p:cNvSpPr>
          <p:nvPr>
            <p:ph type="ftr" sz="quarter" idx="11"/>
          </p:nvPr>
        </p:nvSpPr>
        <p:spPr/>
        <p:txBody>
          <a:bodyPr/>
          <a:lstStyle/>
          <a:p>
            <a:r>
              <a:rPr lang="en-US"/>
              <a:t>PLAN4ARI-FISA24-00099 Crugliasco (TO)</a:t>
            </a:r>
          </a:p>
        </p:txBody>
      </p:sp>
      <p:sp>
        <p:nvSpPr>
          <p:cNvPr id="11" name="Slide Number Placeholder 10">
            <a:extLst>
              <a:ext uri="{FF2B5EF4-FFF2-40B4-BE49-F238E27FC236}">
                <a16:creationId xmlns:a16="http://schemas.microsoft.com/office/drawing/2014/main" id="{1922366B-23FC-9CAC-D57B-0C49364EA796}"/>
              </a:ext>
            </a:extLst>
          </p:cNvPr>
          <p:cNvSpPr>
            <a:spLocks noGrp="1"/>
          </p:cNvSpPr>
          <p:nvPr>
            <p:ph type="sldNum" sz="quarter" idx="12"/>
          </p:nvPr>
        </p:nvSpPr>
        <p:spPr/>
        <p:txBody>
          <a:bodyPr/>
          <a:lstStyle/>
          <a:p>
            <a:fld id="{D67EB81F-4DFB-4028-A191-72B91FC75F55}" type="slidenum">
              <a:rPr lang="en-US" smtClean="0"/>
              <a:t>22</a:t>
            </a:fld>
            <a:endParaRPr lang="en-US"/>
          </a:p>
        </p:txBody>
      </p:sp>
    </p:spTree>
    <p:extLst>
      <p:ext uri="{BB962C8B-B14F-4D97-AF65-F5344CB8AC3E}">
        <p14:creationId xmlns:p14="http://schemas.microsoft.com/office/powerpoint/2010/main" val="1837761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943FF-E995-D58F-6D76-37175D417067}"/>
            </a:ext>
          </a:extLst>
        </p:cNvPr>
        <p:cNvGrpSpPr/>
        <p:nvPr/>
      </p:nvGrpSpPr>
      <p:grpSpPr>
        <a:xfrm>
          <a:off x="0" y="0"/>
          <a:ext cx="0" cy="0"/>
          <a:chOff x="0" y="0"/>
          <a:chExt cx="0" cy="0"/>
        </a:xfrm>
      </p:grpSpPr>
      <p:sp>
        <p:nvSpPr>
          <p:cNvPr id="6" name="Rettangolo 5">
            <a:extLst>
              <a:ext uri="{FF2B5EF4-FFF2-40B4-BE49-F238E27FC236}">
                <a16:creationId xmlns:a16="http://schemas.microsoft.com/office/drawing/2014/main" id="{99D698B7-9034-A753-19D7-B44650451563}"/>
              </a:ext>
            </a:extLst>
          </p:cNvPr>
          <p:cNvSpPr/>
          <p:nvPr/>
        </p:nvSpPr>
        <p:spPr>
          <a:xfrm>
            <a:off x="0" y="196911"/>
            <a:ext cx="12192000" cy="812598"/>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Titolo 1">
            <a:extLst>
              <a:ext uri="{FF2B5EF4-FFF2-40B4-BE49-F238E27FC236}">
                <a16:creationId xmlns:a16="http://schemas.microsoft.com/office/drawing/2014/main" id="{4FD7E318-6FD1-DAEA-3CEF-35589AC20125}"/>
              </a:ext>
            </a:extLst>
          </p:cNvPr>
          <p:cNvSpPr txBox="1">
            <a:spLocks/>
          </p:cNvSpPr>
          <p:nvPr/>
        </p:nvSpPr>
        <p:spPr>
          <a:xfrm>
            <a:off x="242426" y="445791"/>
            <a:ext cx="7571537" cy="427586"/>
          </a:xfrm>
          <a:prstGeom prst="rect">
            <a:avLst/>
          </a:prstGeom>
        </p:spPr>
        <p:txBody>
          <a:bodyPr vert="horz" lIns="91440" tIns="45720" rIns="91440" bIns="45720" rtlCol="0" anchor="ctr">
            <a:noAutofit/>
          </a:bodyPr>
          <a:lstStyle>
            <a:lvl1pPr algn="r" defTabSz="914400" rtl="0" eaLnBrk="1" latinLnBrk="0" hangingPunct="1">
              <a:lnSpc>
                <a:spcPct val="80000"/>
              </a:lnSpc>
              <a:spcBef>
                <a:spcPct val="0"/>
              </a:spcBef>
              <a:buNone/>
              <a:defRPr sz="5000" kern="1200" cap="all" spc="200" baseline="0">
                <a:solidFill>
                  <a:schemeClr val="tx1">
                    <a:lumMod val="95000"/>
                    <a:lumOff val="5000"/>
                  </a:schemeClr>
                </a:solidFill>
                <a:latin typeface="+mj-lt"/>
                <a:ea typeface="+mj-ea"/>
                <a:cs typeface="+mj-cs"/>
              </a:defRPr>
            </a:lvl1pPr>
          </a:lstStyle>
          <a:p>
            <a:pPr algn="l"/>
            <a:r>
              <a:rPr lang="it-IT" sz="3000" b="1" dirty="0">
                <a:solidFill>
                  <a:schemeClr val="bg1"/>
                </a:solidFill>
                <a:latin typeface="Source Sans Pro" panose="020B0503030403020204" pitchFamily="34" charset="0"/>
                <a:ea typeface="Roboto Slab Black" pitchFamily="2" charset="0"/>
              </a:rPr>
              <a:t>A6 - Tasks</a:t>
            </a:r>
          </a:p>
        </p:txBody>
      </p:sp>
      <p:sp>
        <p:nvSpPr>
          <p:cNvPr id="9" name="Titolo 1">
            <a:extLst>
              <a:ext uri="{FF2B5EF4-FFF2-40B4-BE49-F238E27FC236}">
                <a16:creationId xmlns:a16="http://schemas.microsoft.com/office/drawing/2014/main" id="{8D2E3648-BA00-2830-A265-6042F11F927E}"/>
              </a:ext>
            </a:extLst>
          </p:cNvPr>
          <p:cNvSpPr txBox="1">
            <a:spLocks/>
          </p:cNvSpPr>
          <p:nvPr/>
        </p:nvSpPr>
        <p:spPr>
          <a:xfrm>
            <a:off x="2087195" y="1512076"/>
            <a:ext cx="8017611" cy="167199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buFont typeface="Arial" panose="020B0604020202020204" pitchFamily="34" charset="0"/>
              <a:buChar char="•"/>
            </a:pPr>
            <a:r>
              <a:rPr lang="en-US" sz="2200" dirty="0">
                <a:solidFill>
                  <a:srgbClr val="2A4385"/>
                </a:solidFill>
                <a:latin typeface="Source Sans Pro" panose="020B0503030403020204" pitchFamily="34" charset="0"/>
                <a:ea typeface="Roboto Slab Black" pitchFamily="2" charset="0"/>
              </a:rPr>
              <a:t>T6.1 Design of the Questionnaire</a:t>
            </a:r>
          </a:p>
          <a:p>
            <a:pPr marL="285750" indent="-285750">
              <a:buFont typeface="Arial" panose="020B0604020202020204" pitchFamily="34" charset="0"/>
              <a:buChar char="•"/>
            </a:pPr>
            <a:r>
              <a:rPr lang="fr-FR" sz="2200" dirty="0">
                <a:solidFill>
                  <a:srgbClr val="2A4385"/>
                </a:solidFill>
                <a:latin typeface="Source Sans Pro" panose="020B0503030403020204" pitchFamily="34" charset="0"/>
                <a:ea typeface="Roboto Slab Black" pitchFamily="2" charset="0"/>
              </a:rPr>
              <a:t>T6.2 Questionnaire Validation</a:t>
            </a:r>
          </a:p>
          <a:p>
            <a:pPr marL="285750" indent="-285750">
              <a:buFont typeface="Arial" panose="020B0604020202020204" pitchFamily="34" charset="0"/>
              <a:buChar char="•"/>
            </a:pPr>
            <a:r>
              <a:rPr lang="fr-FR" sz="2200" dirty="0">
                <a:solidFill>
                  <a:srgbClr val="2A4385"/>
                </a:solidFill>
                <a:latin typeface="Source Sans Pro" panose="020B0503030403020204" pitchFamily="34" charset="0"/>
                <a:ea typeface="Roboto Slab Black" pitchFamily="2" charset="0"/>
              </a:rPr>
              <a:t>T6.3 Questionnaire Deployment</a:t>
            </a:r>
          </a:p>
          <a:p>
            <a:pPr marL="285750" indent="-285750">
              <a:buFont typeface="Arial" panose="020B0604020202020204" pitchFamily="34" charset="0"/>
              <a:buChar char="•"/>
            </a:pPr>
            <a:r>
              <a:rPr lang="fr-FR" sz="2200" dirty="0">
                <a:solidFill>
                  <a:srgbClr val="2A4385"/>
                </a:solidFill>
                <a:latin typeface="Source Sans Pro" panose="020B0503030403020204" pitchFamily="34" charset="0"/>
                <a:ea typeface="Roboto Slab Black" pitchFamily="2" charset="0"/>
              </a:rPr>
              <a:t>T6.4 </a:t>
            </a:r>
            <a:r>
              <a:rPr lang="en-US" sz="2200" dirty="0">
                <a:solidFill>
                  <a:srgbClr val="2A4385"/>
                </a:solidFill>
                <a:latin typeface="Source Sans Pro" panose="020B0503030403020204" pitchFamily="34" charset="0"/>
                <a:ea typeface="Roboto Slab Black" pitchFamily="2" charset="0"/>
              </a:rPr>
              <a:t>Evaluation Campaign, dataset creation synthesis</a:t>
            </a:r>
            <a:endParaRPr lang="it-IT" sz="2200" dirty="0">
              <a:solidFill>
                <a:srgbClr val="2A4385"/>
              </a:solidFill>
              <a:latin typeface="Source Sans Pro" panose="020B0503030403020204" pitchFamily="34" charset="0"/>
              <a:ea typeface="Roboto Slab Black" pitchFamily="2" charset="0"/>
            </a:endParaRPr>
          </a:p>
        </p:txBody>
      </p:sp>
      <p:pic>
        <p:nvPicPr>
          <p:cNvPr id="2" name="Immagine 1">
            <a:extLst>
              <a:ext uri="{FF2B5EF4-FFF2-40B4-BE49-F238E27FC236}">
                <a16:creationId xmlns:a16="http://schemas.microsoft.com/office/drawing/2014/main" id="{435EF6CD-D278-FCFA-82FF-27FF9021EC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279" y="3927023"/>
            <a:ext cx="11815442" cy="2248930"/>
          </a:xfrm>
          <a:prstGeom prst="rect">
            <a:avLst/>
          </a:prstGeom>
        </p:spPr>
      </p:pic>
      <p:sp>
        <p:nvSpPr>
          <p:cNvPr id="4" name="Titolo 1">
            <a:extLst>
              <a:ext uri="{FF2B5EF4-FFF2-40B4-BE49-F238E27FC236}">
                <a16:creationId xmlns:a16="http://schemas.microsoft.com/office/drawing/2014/main" id="{75571A3D-82C5-8D46-490E-D51820D3B449}"/>
              </a:ext>
            </a:extLst>
          </p:cNvPr>
          <p:cNvSpPr txBox="1">
            <a:spLocks/>
          </p:cNvSpPr>
          <p:nvPr/>
        </p:nvSpPr>
        <p:spPr>
          <a:xfrm>
            <a:off x="1272590" y="3400173"/>
            <a:ext cx="9646820" cy="42071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2200" dirty="0">
                <a:solidFill>
                  <a:srgbClr val="2A4385"/>
                </a:solidFill>
                <a:latin typeface="Source Sans Pro" panose="020B0503030403020204" pitchFamily="34" charset="0"/>
                <a:ea typeface="Roboto Slab Black" pitchFamily="2" charset="0"/>
              </a:rPr>
              <a:t>Affinamento delle azioni nei task e rimodulazione delle relative durate</a:t>
            </a:r>
          </a:p>
        </p:txBody>
      </p:sp>
      <p:sp>
        <p:nvSpPr>
          <p:cNvPr id="5" name="Date Placeholder 4">
            <a:extLst>
              <a:ext uri="{FF2B5EF4-FFF2-40B4-BE49-F238E27FC236}">
                <a16:creationId xmlns:a16="http://schemas.microsoft.com/office/drawing/2014/main" id="{EBFBB308-E170-9172-A0E8-D161FA689054}"/>
              </a:ext>
            </a:extLst>
          </p:cNvPr>
          <p:cNvSpPr>
            <a:spLocks noGrp="1"/>
          </p:cNvSpPr>
          <p:nvPr>
            <p:ph type="dt" sz="half" idx="10"/>
          </p:nvPr>
        </p:nvSpPr>
        <p:spPr/>
        <p:txBody>
          <a:bodyPr/>
          <a:lstStyle/>
          <a:p>
            <a:r>
              <a:rPr lang="en-US"/>
              <a:t>3/19/2026</a:t>
            </a:r>
          </a:p>
        </p:txBody>
      </p:sp>
      <p:sp>
        <p:nvSpPr>
          <p:cNvPr id="7" name="Footer Placeholder 6">
            <a:extLst>
              <a:ext uri="{FF2B5EF4-FFF2-40B4-BE49-F238E27FC236}">
                <a16:creationId xmlns:a16="http://schemas.microsoft.com/office/drawing/2014/main" id="{547D1EFC-2A8D-2323-1939-F0BE5986AD33}"/>
              </a:ext>
            </a:extLst>
          </p:cNvPr>
          <p:cNvSpPr>
            <a:spLocks noGrp="1"/>
          </p:cNvSpPr>
          <p:nvPr>
            <p:ph type="ftr" sz="quarter" idx="11"/>
          </p:nvPr>
        </p:nvSpPr>
        <p:spPr/>
        <p:txBody>
          <a:bodyPr/>
          <a:lstStyle/>
          <a:p>
            <a:r>
              <a:rPr lang="en-US"/>
              <a:t>PLAN4ARI-FISA24-00099 Crugliasco (TO)</a:t>
            </a:r>
          </a:p>
        </p:txBody>
      </p:sp>
      <p:sp>
        <p:nvSpPr>
          <p:cNvPr id="10" name="Slide Number Placeholder 9">
            <a:extLst>
              <a:ext uri="{FF2B5EF4-FFF2-40B4-BE49-F238E27FC236}">
                <a16:creationId xmlns:a16="http://schemas.microsoft.com/office/drawing/2014/main" id="{9A52E10C-9009-55C9-BE47-632BA1170CDA}"/>
              </a:ext>
            </a:extLst>
          </p:cNvPr>
          <p:cNvSpPr>
            <a:spLocks noGrp="1"/>
          </p:cNvSpPr>
          <p:nvPr>
            <p:ph type="sldNum" sz="quarter" idx="12"/>
          </p:nvPr>
        </p:nvSpPr>
        <p:spPr/>
        <p:txBody>
          <a:bodyPr/>
          <a:lstStyle/>
          <a:p>
            <a:fld id="{D67EB81F-4DFB-4028-A191-72B91FC75F55}" type="slidenum">
              <a:rPr lang="en-US" smtClean="0"/>
              <a:t>23</a:t>
            </a:fld>
            <a:endParaRPr lang="en-US"/>
          </a:p>
        </p:txBody>
      </p:sp>
    </p:spTree>
    <p:extLst>
      <p:ext uri="{BB962C8B-B14F-4D97-AF65-F5344CB8AC3E}">
        <p14:creationId xmlns:p14="http://schemas.microsoft.com/office/powerpoint/2010/main" val="3710890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EC71E-056A-47D5-B1E4-F489FC1436EB}"/>
            </a:ext>
          </a:extLst>
        </p:cNvPr>
        <p:cNvGrpSpPr/>
        <p:nvPr/>
      </p:nvGrpSpPr>
      <p:grpSpPr>
        <a:xfrm>
          <a:off x="0" y="0"/>
          <a:ext cx="0" cy="0"/>
          <a:chOff x="0" y="0"/>
          <a:chExt cx="0" cy="0"/>
        </a:xfrm>
      </p:grpSpPr>
      <p:sp>
        <p:nvSpPr>
          <p:cNvPr id="6" name="Rettangolo 5">
            <a:extLst>
              <a:ext uri="{FF2B5EF4-FFF2-40B4-BE49-F238E27FC236}">
                <a16:creationId xmlns:a16="http://schemas.microsoft.com/office/drawing/2014/main" id="{5AA72C3C-E0C1-A656-377B-366EA082474E}"/>
              </a:ext>
            </a:extLst>
          </p:cNvPr>
          <p:cNvSpPr/>
          <p:nvPr/>
        </p:nvSpPr>
        <p:spPr>
          <a:xfrm>
            <a:off x="0" y="196911"/>
            <a:ext cx="12192000" cy="812598"/>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Titolo 1">
            <a:extLst>
              <a:ext uri="{FF2B5EF4-FFF2-40B4-BE49-F238E27FC236}">
                <a16:creationId xmlns:a16="http://schemas.microsoft.com/office/drawing/2014/main" id="{B3191C7C-ED0B-EC80-6D7E-A7E8DE5DA5B0}"/>
              </a:ext>
            </a:extLst>
          </p:cNvPr>
          <p:cNvSpPr txBox="1">
            <a:spLocks/>
          </p:cNvSpPr>
          <p:nvPr/>
        </p:nvSpPr>
        <p:spPr>
          <a:xfrm>
            <a:off x="242426" y="445791"/>
            <a:ext cx="11097767" cy="427586"/>
          </a:xfrm>
          <a:prstGeom prst="rect">
            <a:avLst/>
          </a:prstGeom>
        </p:spPr>
        <p:txBody>
          <a:bodyPr vert="horz" lIns="91440" tIns="45720" rIns="91440" bIns="45720" rtlCol="0" anchor="ctr">
            <a:noAutofit/>
          </a:bodyPr>
          <a:lstStyle>
            <a:lvl1pPr algn="r" defTabSz="914400" rtl="0" eaLnBrk="1" latinLnBrk="0" hangingPunct="1">
              <a:lnSpc>
                <a:spcPct val="80000"/>
              </a:lnSpc>
              <a:spcBef>
                <a:spcPct val="0"/>
              </a:spcBef>
              <a:buNone/>
              <a:defRPr sz="5000" kern="1200" cap="all" spc="200" baseline="0">
                <a:solidFill>
                  <a:schemeClr val="tx1">
                    <a:lumMod val="95000"/>
                    <a:lumOff val="5000"/>
                  </a:schemeClr>
                </a:solidFill>
                <a:latin typeface="+mj-lt"/>
                <a:ea typeface="+mj-ea"/>
                <a:cs typeface="+mj-cs"/>
              </a:defRPr>
            </a:lvl1pPr>
          </a:lstStyle>
          <a:p>
            <a:pPr algn="l"/>
            <a:r>
              <a:rPr lang="it-IT" sz="3000" b="1" dirty="0">
                <a:solidFill>
                  <a:schemeClr val="bg1"/>
                </a:solidFill>
                <a:latin typeface="Source Sans Pro" panose="020B0503030403020204" pitchFamily="34" charset="0"/>
                <a:ea typeface="Roboto Slab Black" pitchFamily="2" charset="0"/>
              </a:rPr>
              <a:t>t6.1 design of the questionnaire </a:t>
            </a:r>
          </a:p>
        </p:txBody>
      </p:sp>
      <p:sp>
        <p:nvSpPr>
          <p:cNvPr id="9" name="Titolo 1">
            <a:extLst>
              <a:ext uri="{FF2B5EF4-FFF2-40B4-BE49-F238E27FC236}">
                <a16:creationId xmlns:a16="http://schemas.microsoft.com/office/drawing/2014/main" id="{AD789446-3F5F-86C3-C8B6-F1ADB0F4DB83}"/>
              </a:ext>
            </a:extLst>
          </p:cNvPr>
          <p:cNvSpPr txBox="1">
            <a:spLocks/>
          </p:cNvSpPr>
          <p:nvPr/>
        </p:nvSpPr>
        <p:spPr>
          <a:xfrm>
            <a:off x="2672835" y="5243210"/>
            <a:ext cx="6846331" cy="104328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it-IT" sz="2200" noProof="0" dirty="0">
                <a:solidFill>
                  <a:srgbClr val="2A4385"/>
                </a:solidFill>
                <a:latin typeface="Source Sans Pro" panose="020B0503030403020204" pitchFamily="34" charset="0"/>
                <a:ea typeface="Roboto Slab Black" pitchFamily="2" charset="0"/>
              </a:rPr>
              <a:t>Durata:</a:t>
            </a:r>
          </a:p>
          <a:p>
            <a:pPr marL="342900" indent="-342900" algn="just">
              <a:buFont typeface="Arial" panose="020B0604020202020204" pitchFamily="34" charset="0"/>
              <a:buChar char="•"/>
            </a:pPr>
            <a:r>
              <a:rPr lang="it-IT" sz="2200" noProof="0" dirty="0">
                <a:solidFill>
                  <a:srgbClr val="2A4385"/>
                </a:solidFill>
                <a:latin typeface="Source Sans Pro" panose="020B0503030403020204" pitchFamily="34" charset="0"/>
                <a:ea typeface="Roboto Slab Black" pitchFamily="2" charset="0"/>
              </a:rPr>
              <a:t>Originale: M1 – M12 (lunghezza 12M)</a:t>
            </a:r>
          </a:p>
          <a:p>
            <a:pPr marL="342900" indent="-342900" algn="just">
              <a:buFont typeface="Arial" panose="020B0604020202020204" pitchFamily="34" charset="0"/>
              <a:buChar char="•"/>
            </a:pPr>
            <a:r>
              <a:rPr lang="it-IT" sz="2200" noProof="0" dirty="0">
                <a:solidFill>
                  <a:srgbClr val="2A4385"/>
                </a:solidFill>
                <a:latin typeface="Source Sans Pro" panose="020B0503030403020204" pitchFamily="34" charset="0"/>
                <a:ea typeface="Roboto Slab Black" pitchFamily="2" charset="0"/>
              </a:rPr>
              <a:t>Rimodulata: M1 </a:t>
            </a:r>
            <a:r>
              <a:rPr lang="it-IT" sz="2200" dirty="0">
                <a:solidFill>
                  <a:srgbClr val="2A4385"/>
                </a:solidFill>
                <a:latin typeface="Source Sans Pro" panose="020B0503030403020204" pitchFamily="34" charset="0"/>
                <a:ea typeface="Roboto Slab Black" pitchFamily="2" charset="0"/>
              </a:rPr>
              <a:t>+ lunghezza </a:t>
            </a:r>
            <a:r>
              <a:rPr lang="it-IT" sz="2200" noProof="0" dirty="0">
                <a:solidFill>
                  <a:srgbClr val="2A4385"/>
                </a:solidFill>
                <a:latin typeface="Source Sans Pro" panose="020B0503030403020204" pitchFamily="34" charset="0"/>
                <a:ea typeface="Roboto Slab Black" pitchFamily="2" charset="0"/>
              </a:rPr>
              <a:t>8M / 12M</a:t>
            </a:r>
          </a:p>
        </p:txBody>
      </p:sp>
      <p:sp>
        <p:nvSpPr>
          <p:cNvPr id="5" name="Titolo 1">
            <a:extLst>
              <a:ext uri="{FF2B5EF4-FFF2-40B4-BE49-F238E27FC236}">
                <a16:creationId xmlns:a16="http://schemas.microsoft.com/office/drawing/2014/main" id="{5DBB6A11-4F7E-E730-7D9B-3EE481403DF7}"/>
              </a:ext>
            </a:extLst>
          </p:cNvPr>
          <p:cNvSpPr txBox="1">
            <a:spLocks/>
          </p:cNvSpPr>
          <p:nvPr/>
        </p:nvSpPr>
        <p:spPr>
          <a:xfrm>
            <a:off x="2485448" y="2102974"/>
            <a:ext cx="7221105" cy="122003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it-IT" sz="2200" noProof="0" dirty="0">
                <a:solidFill>
                  <a:srgbClr val="2A4385"/>
                </a:solidFill>
                <a:latin typeface="Source Sans Pro" panose="020B0503030403020204" pitchFamily="34" charset="0"/>
                <a:ea typeface="Roboto Slab Black" pitchFamily="2" charset="0"/>
              </a:rPr>
              <a:t>Analisi e progettazione del questionario iniziale (Q1):</a:t>
            </a:r>
          </a:p>
          <a:p>
            <a:pPr marL="342900" indent="-342900" algn="just">
              <a:buFont typeface="Arial" panose="020B0604020202020204" pitchFamily="34" charset="0"/>
              <a:buChar char="•"/>
            </a:pPr>
            <a:r>
              <a:rPr lang="it-IT" sz="2200" dirty="0">
                <a:solidFill>
                  <a:srgbClr val="2A4385"/>
                </a:solidFill>
                <a:latin typeface="Source Sans Pro" panose="020B0503030403020204" pitchFamily="34" charset="0"/>
                <a:ea typeface="Roboto Slab Black" pitchFamily="2" charset="0"/>
              </a:rPr>
              <a:t>C</a:t>
            </a:r>
            <a:r>
              <a:rPr lang="it-IT" sz="2200" noProof="0" dirty="0">
                <a:solidFill>
                  <a:srgbClr val="2A4385"/>
                </a:solidFill>
                <a:latin typeface="Source Sans Pro" panose="020B0503030403020204" pitchFamily="34" charset="0"/>
                <a:ea typeface="Roboto Slab Black" pitchFamily="2" charset="0"/>
              </a:rPr>
              <a:t>osa si vuole indagare</a:t>
            </a:r>
          </a:p>
          <a:p>
            <a:pPr marL="342900" indent="-342900" algn="just">
              <a:buFont typeface="Arial" panose="020B0604020202020204" pitchFamily="34" charset="0"/>
              <a:buChar char="•"/>
            </a:pPr>
            <a:r>
              <a:rPr lang="it-IT" sz="2200" noProof="0" dirty="0">
                <a:solidFill>
                  <a:srgbClr val="2A4385"/>
                </a:solidFill>
                <a:latin typeface="Source Sans Pro" panose="020B0503030403020204" pitchFamily="34" charset="0"/>
                <a:ea typeface="Roboto Slab Black" pitchFamily="2" charset="0"/>
              </a:rPr>
              <a:t>Definizione delle caratteristiche dei soggetti</a:t>
            </a:r>
          </a:p>
          <a:p>
            <a:pPr marL="342900" indent="-342900" algn="just">
              <a:buFont typeface="Arial" panose="020B0604020202020204" pitchFamily="34" charset="0"/>
              <a:buChar char="•"/>
            </a:pPr>
            <a:r>
              <a:rPr lang="it-IT" sz="2200" noProof="0" dirty="0">
                <a:solidFill>
                  <a:srgbClr val="2A4385"/>
                </a:solidFill>
                <a:latin typeface="Source Sans Pro" panose="020B0503030403020204" pitchFamily="34" charset="0"/>
                <a:ea typeface="Roboto Slab Black" pitchFamily="2" charset="0"/>
              </a:rPr>
              <a:t>Definizione e stesura delle items di Q1</a:t>
            </a:r>
          </a:p>
        </p:txBody>
      </p:sp>
      <p:sp>
        <p:nvSpPr>
          <p:cNvPr id="2" name="Titolo 1">
            <a:extLst>
              <a:ext uri="{FF2B5EF4-FFF2-40B4-BE49-F238E27FC236}">
                <a16:creationId xmlns:a16="http://schemas.microsoft.com/office/drawing/2014/main" id="{C7265539-A090-651E-2087-E2BE4116D449}"/>
              </a:ext>
            </a:extLst>
          </p:cNvPr>
          <p:cNvSpPr txBox="1">
            <a:spLocks/>
          </p:cNvSpPr>
          <p:nvPr/>
        </p:nvSpPr>
        <p:spPr>
          <a:xfrm>
            <a:off x="532149" y="3913414"/>
            <a:ext cx="11127703" cy="74022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2200" dirty="0">
                <a:solidFill>
                  <a:srgbClr val="2A4385"/>
                </a:solidFill>
                <a:latin typeface="Source Sans Pro" panose="020B0503030403020204" pitchFamily="34" charset="0"/>
                <a:ea typeface="Roboto Slab Black" pitchFamily="2" charset="0"/>
              </a:rPr>
              <a:t>T6.1 definisce il cuore dell'indagine,</a:t>
            </a:r>
          </a:p>
          <a:p>
            <a:pPr algn="ctr"/>
            <a:r>
              <a:rPr lang="it-IT" sz="2200" dirty="0">
                <a:solidFill>
                  <a:srgbClr val="2A4385"/>
                </a:solidFill>
                <a:latin typeface="Source Sans Pro" panose="020B0503030403020204" pitchFamily="34" charset="0"/>
                <a:ea typeface="Roboto Slab Black" pitchFamily="2" charset="0"/>
              </a:rPr>
              <a:t>i task successivi –anche loro pure importanti- sono più orientati alla realizzazione</a:t>
            </a:r>
            <a:endParaRPr lang="it-IT" sz="2200" noProof="0" dirty="0">
              <a:solidFill>
                <a:srgbClr val="2A4385"/>
              </a:solidFill>
              <a:latin typeface="Source Sans Pro" panose="020B0503030403020204" pitchFamily="34" charset="0"/>
              <a:ea typeface="Roboto Slab Black" pitchFamily="2" charset="0"/>
            </a:endParaRPr>
          </a:p>
        </p:txBody>
      </p:sp>
      <p:sp>
        <p:nvSpPr>
          <p:cNvPr id="4" name="Date Placeholder 3">
            <a:extLst>
              <a:ext uri="{FF2B5EF4-FFF2-40B4-BE49-F238E27FC236}">
                <a16:creationId xmlns:a16="http://schemas.microsoft.com/office/drawing/2014/main" id="{8368AB39-43E7-3882-D035-FF78A74D72C1}"/>
              </a:ext>
            </a:extLst>
          </p:cNvPr>
          <p:cNvSpPr>
            <a:spLocks noGrp="1"/>
          </p:cNvSpPr>
          <p:nvPr>
            <p:ph type="dt" sz="half" idx="10"/>
          </p:nvPr>
        </p:nvSpPr>
        <p:spPr/>
        <p:txBody>
          <a:bodyPr/>
          <a:lstStyle/>
          <a:p>
            <a:r>
              <a:rPr lang="en-US"/>
              <a:t>3/19/2026</a:t>
            </a:r>
          </a:p>
        </p:txBody>
      </p:sp>
      <p:sp>
        <p:nvSpPr>
          <p:cNvPr id="7" name="Footer Placeholder 6">
            <a:extLst>
              <a:ext uri="{FF2B5EF4-FFF2-40B4-BE49-F238E27FC236}">
                <a16:creationId xmlns:a16="http://schemas.microsoft.com/office/drawing/2014/main" id="{3A59E049-D1D1-7906-3B88-ED704000A65C}"/>
              </a:ext>
            </a:extLst>
          </p:cNvPr>
          <p:cNvSpPr>
            <a:spLocks noGrp="1"/>
          </p:cNvSpPr>
          <p:nvPr>
            <p:ph type="ftr" sz="quarter" idx="11"/>
          </p:nvPr>
        </p:nvSpPr>
        <p:spPr/>
        <p:txBody>
          <a:bodyPr/>
          <a:lstStyle/>
          <a:p>
            <a:r>
              <a:rPr lang="en-US"/>
              <a:t>PLAN4ARI-FISA24-00099 Crugliasco (TO)</a:t>
            </a:r>
          </a:p>
        </p:txBody>
      </p:sp>
      <p:sp>
        <p:nvSpPr>
          <p:cNvPr id="10" name="Slide Number Placeholder 9">
            <a:extLst>
              <a:ext uri="{FF2B5EF4-FFF2-40B4-BE49-F238E27FC236}">
                <a16:creationId xmlns:a16="http://schemas.microsoft.com/office/drawing/2014/main" id="{4580D1E8-7143-8BF4-8EE3-0499D6519A6B}"/>
              </a:ext>
            </a:extLst>
          </p:cNvPr>
          <p:cNvSpPr>
            <a:spLocks noGrp="1"/>
          </p:cNvSpPr>
          <p:nvPr>
            <p:ph type="sldNum" sz="quarter" idx="12"/>
          </p:nvPr>
        </p:nvSpPr>
        <p:spPr/>
        <p:txBody>
          <a:bodyPr/>
          <a:lstStyle/>
          <a:p>
            <a:fld id="{D67EB81F-4DFB-4028-A191-72B91FC75F55}" type="slidenum">
              <a:rPr lang="en-US" smtClean="0"/>
              <a:t>24</a:t>
            </a:fld>
            <a:endParaRPr lang="en-US"/>
          </a:p>
        </p:txBody>
      </p:sp>
    </p:spTree>
    <p:extLst>
      <p:ext uri="{BB962C8B-B14F-4D97-AF65-F5344CB8AC3E}">
        <p14:creationId xmlns:p14="http://schemas.microsoft.com/office/powerpoint/2010/main" val="3080423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0717D-438F-69DC-62F9-B0C2C75EFE57}"/>
            </a:ext>
          </a:extLst>
        </p:cNvPr>
        <p:cNvGrpSpPr/>
        <p:nvPr/>
      </p:nvGrpSpPr>
      <p:grpSpPr>
        <a:xfrm>
          <a:off x="0" y="0"/>
          <a:ext cx="0" cy="0"/>
          <a:chOff x="0" y="0"/>
          <a:chExt cx="0" cy="0"/>
        </a:xfrm>
      </p:grpSpPr>
      <p:sp>
        <p:nvSpPr>
          <p:cNvPr id="6" name="Rettangolo 5">
            <a:extLst>
              <a:ext uri="{FF2B5EF4-FFF2-40B4-BE49-F238E27FC236}">
                <a16:creationId xmlns:a16="http://schemas.microsoft.com/office/drawing/2014/main" id="{17F28344-F410-3017-2ABD-C203C976027C}"/>
              </a:ext>
            </a:extLst>
          </p:cNvPr>
          <p:cNvSpPr/>
          <p:nvPr/>
        </p:nvSpPr>
        <p:spPr>
          <a:xfrm>
            <a:off x="0" y="196911"/>
            <a:ext cx="12192000" cy="812598"/>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Titolo 1">
            <a:extLst>
              <a:ext uri="{FF2B5EF4-FFF2-40B4-BE49-F238E27FC236}">
                <a16:creationId xmlns:a16="http://schemas.microsoft.com/office/drawing/2014/main" id="{76CDC016-B1E5-377B-9651-2B629EFA2971}"/>
              </a:ext>
            </a:extLst>
          </p:cNvPr>
          <p:cNvSpPr txBox="1">
            <a:spLocks/>
          </p:cNvSpPr>
          <p:nvPr/>
        </p:nvSpPr>
        <p:spPr>
          <a:xfrm>
            <a:off x="242426" y="445791"/>
            <a:ext cx="9913945" cy="427586"/>
          </a:xfrm>
          <a:prstGeom prst="rect">
            <a:avLst/>
          </a:prstGeom>
        </p:spPr>
        <p:txBody>
          <a:bodyPr vert="horz" lIns="91440" tIns="45720" rIns="91440" bIns="45720" rtlCol="0" anchor="ctr">
            <a:noAutofit/>
          </a:bodyPr>
          <a:lstStyle>
            <a:lvl1pPr algn="r" defTabSz="914400" rtl="0" eaLnBrk="1" latinLnBrk="0" hangingPunct="1">
              <a:lnSpc>
                <a:spcPct val="80000"/>
              </a:lnSpc>
              <a:spcBef>
                <a:spcPct val="0"/>
              </a:spcBef>
              <a:buNone/>
              <a:defRPr sz="5000" kern="1200" cap="all" spc="200" baseline="0">
                <a:solidFill>
                  <a:schemeClr val="tx1">
                    <a:lumMod val="95000"/>
                    <a:lumOff val="5000"/>
                  </a:schemeClr>
                </a:solidFill>
                <a:latin typeface="+mj-lt"/>
                <a:ea typeface="+mj-ea"/>
                <a:cs typeface="+mj-cs"/>
              </a:defRPr>
            </a:lvl1pPr>
          </a:lstStyle>
          <a:p>
            <a:pPr algn="l"/>
            <a:r>
              <a:rPr lang="it-IT" sz="3000" b="1" dirty="0">
                <a:solidFill>
                  <a:schemeClr val="bg1"/>
                </a:solidFill>
                <a:latin typeface="Source Sans Pro" panose="020B0503030403020204" pitchFamily="34" charset="0"/>
                <a:ea typeface="Roboto Slab Black" pitchFamily="2" charset="0"/>
              </a:rPr>
              <a:t>t6.2 questionnaire validation</a:t>
            </a:r>
          </a:p>
        </p:txBody>
      </p:sp>
      <p:sp>
        <p:nvSpPr>
          <p:cNvPr id="4" name="Titolo 1">
            <a:extLst>
              <a:ext uri="{FF2B5EF4-FFF2-40B4-BE49-F238E27FC236}">
                <a16:creationId xmlns:a16="http://schemas.microsoft.com/office/drawing/2014/main" id="{5621B73A-120A-9FFF-FF6E-F4D73D7D5D96}"/>
              </a:ext>
            </a:extLst>
          </p:cNvPr>
          <p:cNvSpPr txBox="1">
            <a:spLocks/>
          </p:cNvSpPr>
          <p:nvPr/>
        </p:nvSpPr>
        <p:spPr>
          <a:xfrm>
            <a:off x="277009" y="1702815"/>
            <a:ext cx="11637983" cy="127714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it-IT" sz="2200" dirty="0">
                <a:solidFill>
                  <a:srgbClr val="2A4385"/>
                </a:solidFill>
                <a:latin typeface="Source Sans Pro" panose="020B0503030403020204" pitchFamily="34" charset="0"/>
                <a:ea typeface="Roboto Slab Black" pitchFamily="2" charset="0"/>
              </a:rPr>
              <a:t>Implementazione di Q1 e del protocollo sperimentale:</a:t>
            </a:r>
            <a:endParaRPr lang="it-IT" sz="2200" noProof="0" dirty="0">
              <a:solidFill>
                <a:srgbClr val="2A4385"/>
              </a:solidFill>
              <a:latin typeface="Source Sans Pro" panose="020B0503030403020204" pitchFamily="34" charset="0"/>
              <a:ea typeface="Roboto Slab Black" pitchFamily="2" charset="0"/>
            </a:endParaRPr>
          </a:p>
          <a:p>
            <a:pPr marL="342900" indent="-342900" algn="just">
              <a:buFont typeface="Arial" panose="020B0604020202020204" pitchFamily="34" charset="0"/>
              <a:buChar char="•"/>
            </a:pPr>
            <a:r>
              <a:rPr lang="it-IT" sz="2200" noProof="0" dirty="0">
                <a:solidFill>
                  <a:srgbClr val="2A4385"/>
                </a:solidFill>
                <a:latin typeface="Source Sans Pro" panose="020B0503030403020204" pitchFamily="34" charset="0"/>
                <a:ea typeface="Roboto Slab Black" pitchFamily="2" charset="0"/>
              </a:rPr>
              <a:t>Definizione del protocollo di sperimentazione</a:t>
            </a:r>
          </a:p>
          <a:p>
            <a:pPr marL="342900" indent="-342900" algn="just">
              <a:buFont typeface="Arial" panose="020B0604020202020204" pitchFamily="34" charset="0"/>
              <a:buChar char="•"/>
            </a:pPr>
            <a:r>
              <a:rPr lang="it-IT" sz="2200" noProof="0" dirty="0">
                <a:solidFill>
                  <a:srgbClr val="2A4385"/>
                </a:solidFill>
                <a:latin typeface="Source Sans Pro" panose="020B0503030403020204" pitchFamily="34" charset="0"/>
                <a:ea typeface="Roboto Slab Black" pitchFamily="2" charset="0"/>
              </a:rPr>
              <a:t>Stesura e invio della documentazione della sperimentazione al Comitato Etico CNR (include il GDPR)</a:t>
            </a:r>
            <a:endParaRPr lang="it-IT" sz="2200" noProof="0" dirty="0">
              <a:solidFill>
                <a:srgbClr val="FF0000"/>
              </a:solidFill>
              <a:latin typeface="Source Sans Pro" panose="020B0503030403020204" pitchFamily="34" charset="0"/>
              <a:ea typeface="Roboto Slab Black" pitchFamily="2" charset="0"/>
            </a:endParaRPr>
          </a:p>
        </p:txBody>
      </p:sp>
      <p:sp>
        <p:nvSpPr>
          <p:cNvPr id="7" name="Titolo 1">
            <a:extLst>
              <a:ext uri="{FF2B5EF4-FFF2-40B4-BE49-F238E27FC236}">
                <a16:creationId xmlns:a16="http://schemas.microsoft.com/office/drawing/2014/main" id="{B144686E-8495-C3A0-EE32-FE0C7F046D7B}"/>
              </a:ext>
            </a:extLst>
          </p:cNvPr>
          <p:cNvSpPr txBox="1">
            <a:spLocks/>
          </p:cNvSpPr>
          <p:nvPr/>
        </p:nvSpPr>
        <p:spPr>
          <a:xfrm>
            <a:off x="277008" y="3543482"/>
            <a:ext cx="7301374" cy="9980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gn="just">
              <a:buFont typeface="Arial" panose="020B0604020202020204" pitchFamily="34" charset="0"/>
              <a:buChar char="•"/>
            </a:pPr>
            <a:r>
              <a:rPr lang="it-IT" sz="2200" dirty="0">
                <a:solidFill>
                  <a:srgbClr val="2A4385"/>
                </a:solidFill>
                <a:latin typeface="Source Sans Pro" panose="020B0503030403020204" pitchFamily="34" charset="0"/>
                <a:ea typeface="Roboto Slab Black" pitchFamily="2" charset="0"/>
              </a:rPr>
              <a:t>Attesa dell'ok dal Comitato Etico CNR (1 – 3 mesi)</a:t>
            </a:r>
          </a:p>
          <a:p>
            <a:pPr marL="342900" indent="-342900" algn="just">
              <a:buFont typeface="Arial" panose="020B0604020202020204" pitchFamily="34" charset="0"/>
              <a:buChar char="•"/>
            </a:pPr>
            <a:r>
              <a:rPr lang="it-IT" sz="2200" noProof="0" dirty="0">
                <a:solidFill>
                  <a:srgbClr val="2A4385"/>
                </a:solidFill>
                <a:latin typeface="Source Sans Pro" panose="020B0503030403020204" pitchFamily="34" charset="0"/>
                <a:ea typeface="Roboto Slab Black" pitchFamily="2" charset="0"/>
              </a:rPr>
              <a:t>Implementazione software di Q1 (durante l'attesa)</a:t>
            </a:r>
          </a:p>
          <a:p>
            <a:pPr marL="342900" indent="-342900" algn="just">
              <a:buFont typeface="Arial" panose="020B0604020202020204" pitchFamily="34" charset="0"/>
              <a:buChar char="•"/>
            </a:pPr>
            <a:r>
              <a:rPr lang="it-IT" sz="2200" dirty="0">
                <a:solidFill>
                  <a:srgbClr val="2A4385"/>
                </a:solidFill>
                <a:latin typeface="Source Sans Pro" panose="020B0503030403020204" pitchFamily="34" charset="0"/>
                <a:ea typeface="Roboto Slab Black" pitchFamily="2" charset="0"/>
              </a:rPr>
              <a:t>Reclutamento dei soggetti (durante l'attesa)</a:t>
            </a:r>
            <a:endParaRPr lang="it-IT" sz="2200" noProof="0" dirty="0">
              <a:solidFill>
                <a:srgbClr val="2A4385"/>
              </a:solidFill>
              <a:latin typeface="Source Sans Pro" panose="020B0503030403020204" pitchFamily="34" charset="0"/>
              <a:ea typeface="Roboto Slab Black" pitchFamily="2" charset="0"/>
            </a:endParaRPr>
          </a:p>
        </p:txBody>
      </p:sp>
      <p:sp>
        <p:nvSpPr>
          <p:cNvPr id="2" name="Titolo 1">
            <a:extLst>
              <a:ext uri="{FF2B5EF4-FFF2-40B4-BE49-F238E27FC236}">
                <a16:creationId xmlns:a16="http://schemas.microsoft.com/office/drawing/2014/main" id="{B60EB4AF-86F1-B945-2D63-018B2FB5F392}"/>
              </a:ext>
            </a:extLst>
          </p:cNvPr>
          <p:cNvSpPr txBox="1">
            <a:spLocks/>
          </p:cNvSpPr>
          <p:nvPr/>
        </p:nvSpPr>
        <p:spPr>
          <a:xfrm>
            <a:off x="277008" y="5091334"/>
            <a:ext cx="6846331" cy="104328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it-IT" sz="2200" noProof="0" dirty="0">
                <a:solidFill>
                  <a:srgbClr val="2A4385"/>
                </a:solidFill>
                <a:latin typeface="Source Sans Pro" panose="020B0503030403020204" pitchFamily="34" charset="0"/>
                <a:ea typeface="Roboto Slab Black" pitchFamily="2" charset="0"/>
              </a:rPr>
              <a:t>Durata:</a:t>
            </a:r>
          </a:p>
          <a:p>
            <a:pPr marL="342900" indent="-342900" algn="just">
              <a:buFont typeface="Arial" panose="020B0604020202020204" pitchFamily="34" charset="0"/>
              <a:buChar char="•"/>
            </a:pPr>
            <a:r>
              <a:rPr lang="it-IT" sz="2200" noProof="0" dirty="0">
                <a:solidFill>
                  <a:srgbClr val="2A4385"/>
                </a:solidFill>
                <a:latin typeface="Source Sans Pro" panose="020B0503030403020204" pitchFamily="34" charset="0"/>
                <a:ea typeface="Roboto Slab Black" pitchFamily="2" charset="0"/>
              </a:rPr>
              <a:t>Originale: M13 – M22 (lunghezza 10M)</a:t>
            </a:r>
          </a:p>
          <a:p>
            <a:pPr marL="342900" indent="-342900" algn="just">
              <a:buFont typeface="Arial" panose="020B0604020202020204" pitchFamily="34" charset="0"/>
              <a:buChar char="•"/>
            </a:pPr>
            <a:r>
              <a:rPr lang="it-IT" sz="2200" noProof="0" dirty="0">
                <a:solidFill>
                  <a:srgbClr val="2A4385"/>
                </a:solidFill>
                <a:latin typeface="Source Sans Pro" panose="020B0503030403020204" pitchFamily="34" charset="0"/>
                <a:ea typeface="Roboto Slab Black" pitchFamily="2" charset="0"/>
              </a:rPr>
              <a:t>Rimodulata: lunghezza 6M / 8M</a:t>
            </a:r>
          </a:p>
        </p:txBody>
      </p:sp>
      <p:sp>
        <p:nvSpPr>
          <p:cNvPr id="5" name="Titolo 1">
            <a:extLst>
              <a:ext uri="{FF2B5EF4-FFF2-40B4-BE49-F238E27FC236}">
                <a16:creationId xmlns:a16="http://schemas.microsoft.com/office/drawing/2014/main" id="{38EEE04A-82CA-8364-314E-9426E574FDC9}"/>
              </a:ext>
            </a:extLst>
          </p:cNvPr>
          <p:cNvSpPr txBox="1">
            <a:spLocks/>
          </p:cNvSpPr>
          <p:nvPr/>
        </p:nvSpPr>
        <p:spPr>
          <a:xfrm>
            <a:off x="652564" y="2976361"/>
            <a:ext cx="7914492" cy="43915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it-IT" sz="2200" dirty="0">
                <a:solidFill>
                  <a:srgbClr val="FF0000"/>
                </a:solidFill>
                <a:latin typeface="Source Sans Pro" panose="020B0503030403020204" pitchFamily="34" charset="0"/>
                <a:ea typeface="Roboto Slab Black" pitchFamily="2" charset="0"/>
                <a:sym typeface="Wingdings" panose="05000000000000000000" pitchFamily="2" charset="2"/>
              </a:rPr>
              <a:t>Dopo l'invio non si può cambiare, nella sostanza, il protocollo</a:t>
            </a:r>
            <a:endParaRPr lang="it-IT" sz="2200" noProof="0" dirty="0">
              <a:solidFill>
                <a:srgbClr val="2A4385"/>
              </a:solidFill>
              <a:latin typeface="Source Sans Pro" panose="020B0503030403020204" pitchFamily="34" charset="0"/>
              <a:ea typeface="Roboto Slab Black" pitchFamily="2" charset="0"/>
            </a:endParaRPr>
          </a:p>
        </p:txBody>
      </p:sp>
      <p:sp>
        <p:nvSpPr>
          <p:cNvPr id="9" name="Date Placeholder 8">
            <a:extLst>
              <a:ext uri="{FF2B5EF4-FFF2-40B4-BE49-F238E27FC236}">
                <a16:creationId xmlns:a16="http://schemas.microsoft.com/office/drawing/2014/main" id="{5FF07553-32BB-EAF7-EFAC-9C738C5DF866}"/>
              </a:ext>
            </a:extLst>
          </p:cNvPr>
          <p:cNvSpPr>
            <a:spLocks noGrp="1"/>
          </p:cNvSpPr>
          <p:nvPr>
            <p:ph type="dt" sz="half" idx="10"/>
          </p:nvPr>
        </p:nvSpPr>
        <p:spPr/>
        <p:txBody>
          <a:bodyPr/>
          <a:lstStyle/>
          <a:p>
            <a:r>
              <a:rPr lang="en-US"/>
              <a:t>3/19/2026</a:t>
            </a:r>
          </a:p>
        </p:txBody>
      </p:sp>
      <p:sp>
        <p:nvSpPr>
          <p:cNvPr id="10" name="Footer Placeholder 9">
            <a:extLst>
              <a:ext uri="{FF2B5EF4-FFF2-40B4-BE49-F238E27FC236}">
                <a16:creationId xmlns:a16="http://schemas.microsoft.com/office/drawing/2014/main" id="{60E8B6F2-0297-4B5E-5B72-FD5EC6600F2B}"/>
              </a:ext>
            </a:extLst>
          </p:cNvPr>
          <p:cNvSpPr>
            <a:spLocks noGrp="1"/>
          </p:cNvSpPr>
          <p:nvPr>
            <p:ph type="ftr" sz="quarter" idx="11"/>
          </p:nvPr>
        </p:nvSpPr>
        <p:spPr/>
        <p:txBody>
          <a:bodyPr/>
          <a:lstStyle/>
          <a:p>
            <a:r>
              <a:rPr lang="en-US"/>
              <a:t>PLAN4ARI-FISA24-00099 Crugliasco (TO)</a:t>
            </a:r>
          </a:p>
        </p:txBody>
      </p:sp>
      <p:sp>
        <p:nvSpPr>
          <p:cNvPr id="11" name="Slide Number Placeholder 10">
            <a:extLst>
              <a:ext uri="{FF2B5EF4-FFF2-40B4-BE49-F238E27FC236}">
                <a16:creationId xmlns:a16="http://schemas.microsoft.com/office/drawing/2014/main" id="{B5D96DDE-3055-22FB-CA54-80A5E48FA2D4}"/>
              </a:ext>
            </a:extLst>
          </p:cNvPr>
          <p:cNvSpPr>
            <a:spLocks noGrp="1"/>
          </p:cNvSpPr>
          <p:nvPr>
            <p:ph type="sldNum" sz="quarter" idx="12"/>
          </p:nvPr>
        </p:nvSpPr>
        <p:spPr/>
        <p:txBody>
          <a:bodyPr/>
          <a:lstStyle/>
          <a:p>
            <a:fld id="{D67EB81F-4DFB-4028-A191-72B91FC75F55}" type="slidenum">
              <a:rPr lang="en-US" smtClean="0"/>
              <a:t>25</a:t>
            </a:fld>
            <a:endParaRPr lang="en-US"/>
          </a:p>
        </p:txBody>
      </p:sp>
    </p:spTree>
    <p:extLst>
      <p:ext uri="{BB962C8B-B14F-4D97-AF65-F5344CB8AC3E}">
        <p14:creationId xmlns:p14="http://schemas.microsoft.com/office/powerpoint/2010/main" val="278617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5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108AE-D232-69BB-2383-8DAC24BF5EA7}"/>
            </a:ext>
          </a:extLst>
        </p:cNvPr>
        <p:cNvGrpSpPr/>
        <p:nvPr/>
      </p:nvGrpSpPr>
      <p:grpSpPr>
        <a:xfrm>
          <a:off x="0" y="0"/>
          <a:ext cx="0" cy="0"/>
          <a:chOff x="0" y="0"/>
          <a:chExt cx="0" cy="0"/>
        </a:xfrm>
      </p:grpSpPr>
      <p:sp>
        <p:nvSpPr>
          <p:cNvPr id="6" name="Rettangolo 5">
            <a:extLst>
              <a:ext uri="{FF2B5EF4-FFF2-40B4-BE49-F238E27FC236}">
                <a16:creationId xmlns:a16="http://schemas.microsoft.com/office/drawing/2014/main" id="{A8043B46-02D2-223A-FB71-1542808F9228}"/>
              </a:ext>
            </a:extLst>
          </p:cNvPr>
          <p:cNvSpPr/>
          <p:nvPr/>
        </p:nvSpPr>
        <p:spPr>
          <a:xfrm>
            <a:off x="0" y="196911"/>
            <a:ext cx="12192000" cy="812598"/>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Titolo 1">
            <a:extLst>
              <a:ext uri="{FF2B5EF4-FFF2-40B4-BE49-F238E27FC236}">
                <a16:creationId xmlns:a16="http://schemas.microsoft.com/office/drawing/2014/main" id="{D20BDE13-AE90-C350-7E17-6B22F12BC122}"/>
              </a:ext>
            </a:extLst>
          </p:cNvPr>
          <p:cNvSpPr txBox="1">
            <a:spLocks/>
          </p:cNvSpPr>
          <p:nvPr/>
        </p:nvSpPr>
        <p:spPr>
          <a:xfrm>
            <a:off x="242426" y="445791"/>
            <a:ext cx="10967138" cy="427586"/>
          </a:xfrm>
          <a:prstGeom prst="rect">
            <a:avLst/>
          </a:prstGeom>
        </p:spPr>
        <p:txBody>
          <a:bodyPr vert="horz" lIns="91440" tIns="45720" rIns="91440" bIns="45720" rtlCol="0" anchor="ctr">
            <a:noAutofit/>
          </a:bodyPr>
          <a:lstStyle>
            <a:lvl1pPr algn="r" defTabSz="914400" rtl="0" eaLnBrk="1" latinLnBrk="0" hangingPunct="1">
              <a:lnSpc>
                <a:spcPct val="80000"/>
              </a:lnSpc>
              <a:spcBef>
                <a:spcPct val="0"/>
              </a:spcBef>
              <a:buNone/>
              <a:defRPr sz="5000" kern="1200" cap="all" spc="200" baseline="0">
                <a:solidFill>
                  <a:schemeClr val="tx1">
                    <a:lumMod val="95000"/>
                    <a:lumOff val="5000"/>
                  </a:schemeClr>
                </a:solidFill>
                <a:latin typeface="+mj-lt"/>
                <a:ea typeface="+mj-ea"/>
                <a:cs typeface="+mj-cs"/>
              </a:defRPr>
            </a:lvl1pPr>
          </a:lstStyle>
          <a:p>
            <a:pPr algn="l"/>
            <a:r>
              <a:rPr lang="it-IT" sz="3000" b="1" dirty="0">
                <a:solidFill>
                  <a:schemeClr val="bg1"/>
                </a:solidFill>
                <a:latin typeface="Source Sans Pro" panose="020B0503030403020204" pitchFamily="34" charset="0"/>
                <a:ea typeface="Roboto Slab Black" pitchFamily="2" charset="0"/>
              </a:rPr>
              <a:t>t6.3 questionnaire deployment</a:t>
            </a:r>
          </a:p>
        </p:txBody>
      </p:sp>
      <p:sp>
        <p:nvSpPr>
          <p:cNvPr id="9" name="Titolo 1">
            <a:extLst>
              <a:ext uri="{FF2B5EF4-FFF2-40B4-BE49-F238E27FC236}">
                <a16:creationId xmlns:a16="http://schemas.microsoft.com/office/drawing/2014/main" id="{474A1089-EE3F-DCB1-0A62-4FEEDDC9EF8E}"/>
              </a:ext>
            </a:extLst>
          </p:cNvPr>
          <p:cNvSpPr txBox="1">
            <a:spLocks/>
          </p:cNvSpPr>
          <p:nvPr/>
        </p:nvSpPr>
        <p:spPr>
          <a:xfrm>
            <a:off x="744311" y="2133607"/>
            <a:ext cx="10703378" cy="194853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it-IT" sz="2200" dirty="0">
                <a:solidFill>
                  <a:srgbClr val="2A4385"/>
                </a:solidFill>
                <a:latin typeface="Source Sans Pro" panose="020B0503030403020204" pitchFamily="34" charset="0"/>
                <a:ea typeface="Roboto Slab Black" pitchFamily="2" charset="0"/>
              </a:rPr>
              <a:t>Sperimentazione e analisi:</a:t>
            </a:r>
          </a:p>
          <a:p>
            <a:pPr marL="342900" indent="-342900" algn="just">
              <a:buFont typeface="Arial" panose="020B0604020202020204" pitchFamily="34" charset="0"/>
              <a:buChar char="•"/>
            </a:pPr>
            <a:r>
              <a:rPr lang="it-IT" sz="2200" dirty="0">
                <a:solidFill>
                  <a:srgbClr val="2A4385"/>
                </a:solidFill>
                <a:latin typeface="Source Sans Pro" panose="020B0503030403020204" pitchFamily="34" charset="0"/>
                <a:ea typeface="Roboto Slab Black" pitchFamily="2" charset="0"/>
              </a:rPr>
              <a:t>Messa online di Q1 ed esecuzione della sperimentazione</a:t>
            </a:r>
          </a:p>
          <a:p>
            <a:pPr marL="342900" indent="-342900" algn="just">
              <a:buFont typeface="Arial" panose="020B0604020202020204" pitchFamily="34" charset="0"/>
              <a:buChar char="•"/>
            </a:pPr>
            <a:r>
              <a:rPr lang="it-IT" sz="2200" dirty="0">
                <a:solidFill>
                  <a:srgbClr val="2A4385"/>
                </a:solidFill>
                <a:latin typeface="Source Sans Pro" panose="020B0503030403020204" pitchFamily="34" charset="0"/>
                <a:ea typeface="Roboto Slab Black" pitchFamily="2" charset="0"/>
              </a:rPr>
              <a:t>Analisi dei risultati (analisi fattoriale esplorativa)</a:t>
            </a:r>
          </a:p>
          <a:p>
            <a:pPr marL="342900" indent="-342900" algn="just">
              <a:buFont typeface="Arial" panose="020B0604020202020204" pitchFamily="34" charset="0"/>
              <a:buChar char="•"/>
            </a:pPr>
            <a:r>
              <a:rPr lang="it-IT" sz="2200" dirty="0">
                <a:solidFill>
                  <a:srgbClr val="2A4385"/>
                </a:solidFill>
                <a:latin typeface="Source Sans Pro" panose="020B0503030403020204" pitchFamily="34" charset="0"/>
                <a:ea typeface="Roboto Slab Black" pitchFamily="2" charset="0"/>
              </a:rPr>
              <a:t>Eliminazione da Q1 delle items poco significative: questionario </a:t>
            </a:r>
            <a:r>
              <a:rPr lang="it-IT" sz="2200" dirty="0" err="1">
                <a:solidFill>
                  <a:srgbClr val="2A4385"/>
                </a:solidFill>
                <a:latin typeface="Source Sans Pro" panose="020B0503030403020204" pitchFamily="34" charset="0"/>
                <a:ea typeface="Roboto Slab Black" pitchFamily="2" charset="0"/>
              </a:rPr>
              <a:t>Qfinal</a:t>
            </a:r>
            <a:r>
              <a:rPr lang="it-IT" sz="2200" dirty="0">
                <a:solidFill>
                  <a:srgbClr val="2A4385"/>
                </a:solidFill>
                <a:latin typeface="Source Sans Pro" panose="020B0503030403020204" pitchFamily="34" charset="0"/>
                <a:ea typeface="Roboto Slab Black" pitchFamily="2" charset="0"/>
              </a:rPr>
              <a:t> (scala trust )</a:t>
            </a:r>
          </a:p>
          <a:p>
            <a:pPr marL="342900" indent="-342900" algn="just">
              <a:buFont typeface="Arial" panose="020B0604020202020204" pitchFamily="34" charset="0"/>
              <a:buChar char="•"/>
            </a:pPr>
            <a:r>
              <a:rPr lang="it-IT" sz="2200" dirty="0">
                <a:solidFill>
                  <a:srgbClr val="2A4385"/>
                </a:solidFill>
                <a:latin typeface="Source Sans Pro" panose="020B0503030403020204" pitchFamily="34" charset="0"/>
                <a:ea typeface="Roboto Slab Black" pitchFamily="2" charset="0"/>
              </a:rPr>
              <a:t>Considerazioni sul significato dei fattori estratti</a:t>
            </a:r>
            <a:endParaRPr lang="en-US" sz="2200" dirty="0">
              <a:solidFill>
                <a:srgbClr val="2A4385"/>
              </a:solidFill>
              <a:latin typeface="Source Sans Pro" panose="020B0503030403020204" pitchFamily="34" charset="0"/>
              <a:ea typeface="Roboto Slab Black" pitchFamily="2" charset="0"/>
            </a:endParaRPr>
          </a:p>
        </p:txBody>
      </p:sp>
      <p:sp>
        <p:nvSpPr>
          <p:cNvPr id="2" name="Titolo 1">
            <a:extLst>
              <a:ext uri="{FF2B5EF4-FFF2-40B4-BE49-F238E27FC236}">
                <a16:creationId xmlns:a16="http://schemas.microsoft.com/office/drawing/2014/main" id="{A2252F51-6AAA-0E45-51B4-D278CCA5B51D}"/>
              </a:ext>
            </a:extLst>
          </p:cNvPr>
          <p:cNvSpPr txBox="1">
            <a:spLocks/>
          </p:cNvSpPr>
          <p:nvPr/>
        </p:nvSpPr>
        <p:spPr>
          <a:xfrm>
            <a:off x="744311" y="4383387"/>
            <a:ext cx="7411810" cy="104328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it-IT" sz="2200" noProof="0" dirty="0">
                <a:solidFill>
                  <a:srgbClr val="2A4385"/>
                </a:solidFill>
                <a:latin typeface="Source Sans Pro" panose="020B0503030403020204" pitchFamily="34" charset="0"/>
                <a:ea typeface="Roboto Slab Black" pitchFamily="2" charset="0"/>
              </a:rPr>
              <a:t>Durata:</a:t>
            </a:r>
          </a:p>
          <a:p>
            <a:pPr marL="342900" indent="-342900" algn="just">
              <a:buFont typeface="Arial" panose="020B0604020202020204" pitchFamily="34" charset="0"/>
              <a:buChar char="•"/>
            </a:pPr>
            <a:r>
              <a:rPr lang="it-IT" sz="2200" noProof="0" dirty="0">
                <a:solidFill>
                  <a:srgbClr val="2A4385"/>
                </a:solidFill>
                <a:latin typeface="Source Sans Pro" panose="020B0503030403020204" pitchFamily="34" charset="0"/>
                <a:ea typeface="Roboto Slab Black" pitchFamily="2" charset="0"/>
              </a:rPr>
              <a:t>Originale: M17 – M24 (lunghezza 8M)</a:t>
            </a:r>
          </a:p>
          <a:p>
            <a:pPr marL="342900" indent="-342900" algn="just">
              <a:buFont typeface="Arial" panose="020B0604020202020204" pitchFamily="34" charset="0"/>
              <a:buChar char="•"/>
            </a:pPr>
            <a:r>
              <a:rPr lang="it-IT" sz="2200" noProof="0" dirty="0">
                <a:solidFill>
                  <a:srgbClr val="2A4385"/>
                </a:solidFill>
                <a:latin typeface="Source Sans Pro" panose="020B0503030403020204" pitchFamily="34" charset="0"/>
                <a:ea typeface="Roboto Slab Black" pitchFamily="2" charset="0"/>
              </a:rPr>
              <a:t>Rimodulata: lunghezza 9M / 11M</a:t>
            </a:r>
          </a:p>
        </p:txBody>
      </p:sp>
      <p:sp>
        <p:nvSpPr>
          <p:cNvPr id="4" name="Date Placeholder 3">
            <a:extLst>
              <a:ext uri="{FF2B5EF4-FFF2-40B4-BE49-F238E27FC236}">
                <a16:creationId xmlns:a16="http://schemas.microsoft.com/office/drawing/2014/main" id="{06F8F9CE-C434-AAFE-F856-646B5A4FF85C}"/>
              </a:ext>
            </a:extLst>
          </p:cNvPr>
          <p:cNvSpPr>
            <a:spLocks noGrp="1"/>
          </p:cNvSpPr>
          <p:nvPr>
            <p:ph type="dt" sz="half" idx="10"/>
          </p:nvPr>
        </p:nvSpPr>
        <p:spPr/>
        <p:txBody>
          <a:bodyPr/>
          <a:lstStyle/>
          <a:p>
            <a:r>
              <a:rPr lang="en-US"/>
              <a:t>3/19/2026</a:t>
            </a:r>
          </a:p>
        </p:txBody>
      </p:sp>
      <p:sp>
        <p:nvSpPr>
          <p:cNvPr id="5" name="Footer Placeholder 4">
            <a:extLst>
              <a:ext uri="{FF2B5EF4-FFF2-40B4-BE49-F238E27FC236}">
                <a16:creationId xmlns:a16="http://schemas.microsoft.com/office/drawing/2014/main" id="{AF79A062-2FFA-A0E2-D9CC-003DAA4BE52A}"/>
              </a:ext>
            </a:extLst>
          </p:cNvPr>
          <p:cNvSpPr>
            <a:spLocks noGrp="1"/>
          </p:cNvSpPr>
          <p:nvPr>
            <p:ph type="ftr" sz="quarter" idx="11"/>
          </p:nvPr>
        </p:nvSpPr>
        <p:spPr/>
        <p:txBody>
          <a:bodyPr/>
          <a:lstStyle/>
          <a:p>
            <a:r>
              <a:rPr lang="en-US"/>
              <a:t>PLAN4ARI-FISA24-00099 Crugliasco (TO)</a:t>
            </a:r>
          </a:p>
        </p:txBody>
      </p:sp>
      <p:sp>
        <p:nvSpPr>
          <p:cNvPr id="7" name="Slide Number Placeholder 6">
            <a:extLst>
              <a:ext uri="{FF2B5EF4-FFF2-40B4-BE49-F238E27FC236}">
                <a16:creationId xmlns:a16="http://schemas.microsoft.com/office/drawing/2014/main" id="{1CE273AC-1E58-D9C7-1550-7AAB90B91807}"/>
              </a:ext>
            </a:extLst>
          </p:cNvPr>
          <p:cNvSpPr>
            <a:spLocks noGrp="1"/>
          </p:cNvSpPr>
          <p:nvPr>
            <p:ph type="sldNum" sz="quarter" idx="12"/>
          </p:nvPr>
        </p:nvSpPr>
        <p:spPr/>
        <p:txBody>
          <a:bodyPr/>
          <a:lstStyle/>
          <a:p>
            <a:fld id="{D67EB81F-4DFB-4028-A191-72B91FC75F55}" type="slidenum">
              <a:rPr lang="en-US" smtClean="0"/>
              <a:t>26</a:t>
            </a:fld>
            <a:endParaRPr lang="en-US"/>
          </a:p>
        </p:txBody>
      </p:sp>
    </p:spTree>
    <p:extLst>
      <p:ext uri="{BB962C8B-B14F-4D97-AF65-F5344CB8AC3E}">
        <p14:creationId xmlns:p14="http://schemas.microsoft.com/office/powerpoint/2010/main" val="1041757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AB3FE-C81E-8CC7-797C-7DF50929B171}"/>
            </a:ext>
          </a:extLst>
        </p:cNvPr>
        <p:cNvGrpSpPr/>
        <p:nvPr/>
      </p:nvGrpSpPr>
      <p:grpSpPr>
        <a:xfrm>
          <a:off x="0" y="0"/>
          <a:ext cx="0" cy="0"/>
          <a:chOff x="0" y="0"/>
          <a:chExt cx="0" cy="0"/>
        </a:xfrm>
      </p:grpSpPr>
      <p:sp>
        <p:nvSpPr>
          <p:cNvPr id="6" name="Rettangolo 5">
            <a:extLst>
              <a:ext uri="{FF2B5EF4-FFF2-40B4-BE49-F238E27FC236}">
                <a16:creationId xmlns:a16="http://schemas.microsoft.com/office/drawing/2014/main" id="{F9762C0F-6838-E732-6FF2-1E20C9CF922E}"/>
              </a:ext>
            </a:extLst>
          </p:cNvPr>
          <p:cNvSpPr/>
          <p:nvPr/>
        </p:nvSpPr>
        <p:spPr>
          <a:xfrm>
            <a:off x="0" y="196911"/>
            <a:ext cx="12192000" cy="812598"/>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Titolo 1">
            <a:extLst>
              <a:ext uri="{FF2B5EF4-FFF2-40B4-BE49-F238E27FC236}">
                <a16:creationId xmlns:a16="http://schemas.microsoft.com/office/drawing/2014/main" id="{2CE2DBAD-3298-608F-B7BF-71F28E9869D3}"/>
              </a:ext>
            </a:extLst>
          </p:cNvPr>
          <p:cNvSpPr txBox="1">
            <a:spLocks/>
          </p:cNvSpPr>
          <p:nvPr/>
        </p:nvSpPr>
        <p:spPr>
          <a:xfrm>
            <a:off x="242426" y="445791"/>
            <a:ext cx="7571537" cy="427586"/>
          </a:xfrm>
          <a:prstGeom prst="rect">
            <a:avLst/>
          </a:prstGeom>
        </p:spPr>
        <p:txBody>
          <a:bodyPr vert="horz" lIns="91440" tIns="45720" rIns="91440" bIns="45720" rtlCol="0" anchor="ctr">
            <a:noAutofit/>
          </a:bodyPr>
          <a:lstStyle>
            <a:lvl1pPr algn="r" defTabSz="914400" rtl="0" eaLnBrk="1" latinLnBrk="0" hangingPunct="1">
              <a:lnSpc>
                <a:spcPct val="80000"/>
              </a:lnSpc>
              <a:spcBef>
                <a:spcPct val="0"/>
              </a:spcBef>
              <a:buNone/>
              <a:defRPr sz="5000" kern="1200" cap="all" spc="200" baseline="0">
                <a:solidFill>
                  <a:schemeClr val="tx1">
                    <a:lumMod val="95000"/>
                    <a:lumOff val="5000"/>
                  </a:schemeClr>
                </a:solidFill>
                <a:latin typeface="+mj-lt"/>
                <a:ea typeface="+mj-ea"/>
                <a:cs typeface="+mj-cs"/>
              </a:defRPr>
            </a:lvl1pPr>
          </a:lstStyle>
          <a:p>
            <a:pPr algn="l"/>
            <a:r>
              <a:rPr lang="it-IT" sz="3000" b="1" dirty="0">
                <a:solidFill>
                  <a:schemeClr val="bg1"/>
                </a:solidFill>
                <a:latin typeface="Source Sans Pro" panose="020B0503030403020204" pitchFamily="34" charset="0"/>
                <a:ea typeface="Roboto Slab Black" pitchFamily="2" charset="0"/>
              </a:rPr>
              <a:t>t6.4 To be </a:t>
            </a:r>
            <a:r>
              <a:rPr lang="it-IT" sz="3000" b="1" dirty="0" err="1">
                <a:solidFill>
                  <a:schemeClr val="bg1"/>
                </a:solidFill>
                <a:latin typeface="Source Sans Pro" panose="020B0503030403020204" pitchFamily="34" charset="0"/>
                <a:ea typeface="Roboto Slab Black" pitchFamily="2" charset="0"/>
              </a:rPr>
              <a:t>redefined</a:t>
            </a:r>
            <a:endParaRPr lang="it-IT" sz="3000" b="1" dirty="0">
              <a:solidFill>
                <a:schemeClr val="bg1"/>
              </a:solidFill>
              <a:latin typeface="Source Sans Pro" panose="020B0503030403020204" pitchFamily="34" charset="0"/>
              <a:ea typeface="Roboto Slab Black" pitchFamily="2" charset="0"/>
            </a:endParaRPr>
          </a:p>
        </p:txBody>
      </p:sp>
      <p:sp>
        <p:nvSpPr>
          <p:cNvPr id="2" name="Titolo 1">
            <a:extLst>
              <a:ext uri="{FF2B5EF4-FFF2-40B4-BE49-F238E27FC236}">
                <a16:creationId xmlns:a16="http://schemas.microsoft.com/office/drawing/2014/main" id="{B7574682-791A-5017-7798-22D7DF7D4DD3}"/>
              </a:ext>
            </a:extLst>
          </p:cNvPr>
          <p:cNvSpPr txBox="1">
            <a:spLocks/>
          </p:cNvSpPr>
          <p:nvPr/>
        </p:nvSpPr>
        <p:spPr>
          <a:xfrm>
            <a:off x="744311" y="4162951"/>
            <a:ext cx="6846331" cy="104328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it-IT" sz="2200" noProof="0" dirty="0">
                <a:solidFill>
                  <a:srgbClr val="2A4385"/>
                </a:solidFill>
                <a:latin typeface="Source Sans Pro" panose="020B0503030403020204" pitchFamily="34" charset="0"/>
                <a:ea typeface="Roboto Slab Black" pitchFamily="2" charset="0"/>
              </a:rPr>
              <a:t>Durata:</a:t>
            </a:r>
          </a:p>
          <a:p>
            <a:pPr marL="342900" indent="-342900" algn="just">
              <a:buFont typeface="Arial" panose="020B0604020202020204" pitchFamily="34" charset="0"/>
              <a:buChar char="•"/>
            </a:pPr>
            <a:r>
              <a:rPr lang="it-IT" sz="2200" noProof="0" dirty="0">
                <a:solidFill>
                  <a:srgbClr val="2A4385"/>
                </a:solidFill>
                <a:latin typeface="Source Sans Pro" panose="020B0503030403020204" pitchFamily="34" charset="0"/>
                <a:ea typeface="Roboto Slab Black" pitchFamily="2" charset="0"/>
              </a:rPr>
              <a:t>Originale: M19 – M40 (lunghezza 22M)</a:t>
            </a:r>
          </a:p>
          <a:p>
            <a:pPr marL="342900" indent="-342900" algn="just">
              <a:buFont typeface="Arial" panose="020B0604020202020204" pitchFamily="34" charset="0"/>
              <a:buChar char="•"/>
            </a:pPr>
            <a:r>
              <a:rPr lang="it-IT" sz="2200" noProof="0" dirty="0">
                <a:solidFill>
                  <a:srgbClr val="2A4385"/>
                </a:solidFill>
                <a:latin typeface="Source Sans Pro" panose="020B0503030403020204" pitchFamily="34" charset="0"/>
                <a:ea typeface="Roboto Slab Black" pitchFamily="2" charset="0"/>
              </a:rPr>
              <a:t>Rimodulata: ???</a:t>
            </a:r>
          </a:p>
        </p:txBody>
      </p:sp>
      <p:sp>
        <p:nvSpPr>
          <p:cNvPr id="4" name="Date Placeholder 3">
            <a:extLst>
              <a:ext uri="{FF2B5EF4-FFF2-40B4-BE49-F238E27FC236}">
                <a16:creationId xmlns:a16="http://schemas.microsoft.com/office/drawing/2014/main" id="{1E0B7DD9-E268-2DAB-1347-F4A3E92207EB}"/>
              </a:ext>
            </a:extLst>
          </p:cNvPr>
          <p:cNvSpPr>
            <a:spLocks noGrp="1"/>
          </p:cNvSpPr>
          <p:nvPr>
            <p:ph type="dt" sz="half" idx="10"/>
          </p:nvPr>
        </p:nvSpPr>
        <p:spPr/>
        <p:txBody>
          <a:bodyPr/>
          <a:lstStyle/>
          <a:p>
            <a:r>
              <a:rPr lang="en-US"/>
              <a:t>3/19/2026</a:t>
            </a:r>
          </a:p>
        </p:txBody>
      </p:sp>
      <p:sp>
        <p:nvSpPr>
          <p:cNvPr id="5" name="Footer Placeholder 4">
            <a:extLst>
              <a:ext uri="{FF2B5EF4-FFF2-40B4-BE49-F238E27FC236}">
                <a16:creationId xmlns:a16="http://schemas.microsoft.com/office/drawing/2014/main" id="{7F8401B6-3BDC-C55D-499F-79D674395D00}"/>
              </a:ext>
            </a:extLst>
          </p:cNvPr>
          <p:cNvSpPr>
            <a:spLocks noGrp="1"/>
          </p:cNvSpPr>
          <p:nvPr>
            <p:ph type="ftr" sz="quarter" idx="11"/>
          </p:nvPr>
        </p:nvSpPr>
        <p:spPr/>
        <p:txBody>
          <a:bodyPr/>
          <a:lstStyle/>
          <a:p>
            <a:r>
              <a:rPr lang="en-US"/>
              <a:t>PLAN4ARI-FISA24-00099 Crugliasco (TO)</a:t>
            </a:r>
          </a:p>
        </p:txBody>
      </p:sp>
      <p:sp>
        <p:nvSpPr>
          <p:cNvPr id="7" name="Slide Number Placeholder 6">
            <a:extLst>
              <a:ext uri="{FF2B5EF4-FFF2-40B4-BE49-F238E27FC236}">
                <a16:creationId xmlns:a16="http://schemas.microsoft.com/office/drawing/2014/main" id="{44F30E24-42FA-7CE0-6033-EBB4A2F36E7A}"/>
              </a:ext>
            </a:extLst>
          </p:cNvPr>
          <p:cNvSpPr>
            <a:spLocks noGrp="1"/>
          </p:cNvSpPr>
          <p:nvPr>
            <p:ph type="sldNum" sz="quarter" idx="12"/>
          </p:nvPr>
        </p:nvSpPr>
        <p:spPr/>
        <p:txBody>
          <a:bodyPr/>
          <a:lstStyle/>
          <a:p>
            <a:fld id="{D67EB81F-4DFB-4028-A191-72B91FC75F55}" type="slidenum">
              <a:rPr lang="en-US" smtClean="0"/>
              <a:t>27</a:t>
            </a:fld>
            <a:endParaRPr lang="en-US"/>
          </a:p>
        </p:txBody>
      </p:sp>
    </p:spTree>
    <p:extLst>
      <p:ext uri="{BB962C8B-B14F-4D97-AF65-F5344CB8AC3E}">
        <p14:creationId xmlns:p14="http://schemas.microsoft.com/office/powerpoint/2010/main" val="31828146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BE7935A-EA39-5945-6876-BE76EAE25FE9}"/>
              </a:ext>
            </a:extLst>
          </p:cNvPr>
          <p:cNvSpPr>
            <a:spLocks noGrp="1"/>
          </p:cNvSpPr>
          <p:nvPr>
            <p:ph type="title"/>
          </p:nvPr>
        </p:nvSpPr>
        <p:spPr/>
        <p:txBody>
          <a:bodyPr/>
          <a:lstStyle/>
          <a:p>
            <a:r>
              <a:rPr lang="en-GB" dirty="0"/>
              <a:t>Next Steps</a:t>
            </a:r>
          </a:p>
        </p:txBody>
      </p:sp>
      <p:sp>
        <p:nvSpPr>
          <p:cNvPr id="6" name="Content Placeholder 5">
            <a:extLst>
              <a:ext uri="{FF2B5EF4-FFF2-40B4-BE49-F238E27FC236}">
                <a16:creationId xmlns:a16="http://schemas.microsoft.com/office/drawing/2014/main" id="{2AF6F1B3-5F10-FBF3-3B9E-1112F985A49C}"/>
              </a:ext>
            </a:extLst>
          </p:cNvPr>
          <p:cNvSpPr>
            <a:spLocks noGrp="1"/>
          </p:cNvSpPr>
          <p:nvPr>
            <p:ph idx="1"/>
          </p:nvPr>
        </p:nvSpPr>
        <p:spPr/>
        <p:txBody>
          <a:bodyPr/>
          <a:lstStyle/>
          <a:p>
            <a:r>
              <a:rPr lang="en-GB" dirty="0"/>
              <a:t>Teaming and </a:t>
            </a:r>
            <a:r>
              <a:rPr lang="en-GB" dirty="0" err="1"/>
              <a:t>responsabilities</a:t>
            </a:r>
            <a:endParaRPr lang="en-GB" dirty="0"/>
          </a:p>
          <a:p>
            <a:endParaRPr lang="en-GB" dirty="0"/>
          </a:p>
          <a:p>
            <a:r>
              <a:rPr lang="en-GB" dirty="0"/>
              <a:t>Touch Point: When &amp; Who</a:t>
            </a:r>
          </a:p>
          <a:p>
            <a:endParaRPr lang="en-GB" dirty="0"/>
          </a:p>
          <a:p>
            <a:r>
              <a:rPr lang="en-GB" dirty="0"/>
              <a:t>Objectives: We can revise the entire project. We just should justify it</a:t>
            </a:r>
          </a:p>
          <a:p>
            <a:endParaRPr lang="en-GB" dirty="0"/>
          </a:p>
          <a:p>
            <a:r>
              <a:rPr lang="en-GB" dirty="0"/>
              <a:t>Milestone: 6 Months – Documents with the implementation guidelines of the project</a:t>
            </a:r>
          </a:p>
        </p:txBody>
      </p:sp>
      <p:sp>
        <p:nvSpPr>
          <p:cNvPr id="2" name="Date Placeholder 1">
            <a:extLst>
              <a:ext uri="{FF2B5EF4-FFF2-40B4-BE49-F238E27FC236}">
                <a16:creationId xmlns:a16="http://schemas.microsoft.com/office/drawing/2014/main" id="{24EFDC88-C4BA-6514-B6BD-698D8F3A8FE2}"/>
              </a:ext>
            </a:extLst>
          </p:cNvPr>
          <p:cNvSpPr>
            <a:spLocks noGrp="1"/>
          </p:cNvSpPr>
          <p:nvPr>
            <p:ph type="dt" sz="half" idx="10"/>
          </p:nvPr>
        </p:nvSpPr>
        <p:spPr/>
        <p:txBody>
          <a:bodyPr/>
          <a:lstStyle/>
          <a:p>
            <a:r>
              <a:rPr lang="en-US"/>
              <a:t>3/19/2026</a:t>
            </a:r>
          </a:p>
        </p:txBody>
      </p:sp>
      <p:sp>
        <p:nvSpPr>
          <p:cNvPr id="3" name="Footer Placeholder 2">
            <a:extLst>
              <a:ext uri="{FF2B5EF4-FFF2-40B4-BE49-F238E27FC236}">
                <a16:creationId xmlns:a16="http://schemas.microsoft.com/office/drawing/2014/main" id="{F964C2CF-D21C-D52D-A198-8F83CAF27C92}"/>
              </a:ext>
            </a:extLst>
          </p:cNvPr>
          <p:cNvSpPr>
            <a:spLocks noGrp="1"/>
          </p:cNvSpPr>
          <p:nvPr>
            <p:ph type="ftr" sz="quarter" idx="11"/>
          </p:nvPr>
        </p:nvSpPr>
        <p:spPr/>
        <p:txBody>
          <a:bodyPr/>
          <a:lstStyle/>
          <a:p>
            <a:r>
              <a:rPr lang="en-US"/>
              <a:t>PLAN4ARI-FISA24-00099 Crugliasco (TO)</a:t>
            </a:r>
          </a:p>
        </p:txBody>
      </p:sp>
      <p:sp>
        <p:nvSpPr>
          <p:cNvPr id="4" name="Slide Number Placeholder 3">
            <a:extLst>
              <a:ext uri="{FF2B5EF4-FFF2-40B4-BE49-F238E27FC236}">
                <a16:creationId xmlns:a16="http://schemas.microsoft.com/office/drawing/2014/main" id="{D90F5EE0-5855-F296-169A-E82A2426B5AB}"/>
              </a:ext>
            </a:extLst>
          </p:cNvPr>
          <p:cNvSpPr>
            <a:spLocks noGrp="1"/>
          </p:cNvSpPr>
          <p:nvPr>
            <p:ph type="sldNum" sz="quarter" idx="12"/>
          </p:nvPr>
        </p:nvSpPr>
        <p:spPr/>
        <p:txBody>
          <a:bodyPr/>
          <a:lstStyle/>
          <a:p>
            <a:fld id="{D67EB81F-4DFB-4028-A191-72B91FC75F55}" type="slidenum">
              <a:rPr lang="en-US" smtClean="0"/>
              <a:t>28</a:t>
            </a:fld>
            <a:endParaRPr lang="en-US"/>
          </a:p>
        </p:txBody>
      </p:sp>
    </p:spTree>
    <p:extLst>
      <p:ext uri="{BB962C8B-B14F-4D97-AF65-F5344CB8AC3E}">
        <p14:creationId xmlns:p14="http://schemas.microsoft.com/office/powerpoint/2010/main" val="16232834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2F23D-BB1B-0CD1-42B8-330032BEA3E1}"/>
            </a:ext>
          </a:extLst>
        </p:cNvPr>
        <p:cNvGrpSpPr/>
        <p:nvPr/>
      </p:nvGrpSpPr>
      <p:grpSpPr>
        <a:xfrm>
          <a:off x="0" y="0"/>
          <a:ext cx="0" cy="0"/>
          <a:chOff x="0" y="0"/>
          <a:chExt cx="0" cy="0"/>
        </a:xfrm>
      </p:grpSpPr>
      <p:sp>
        <p:nvSpPr>
          <p:cNvPr id="5" name="Titolo 1">
            <a:extLst>
              <a:ext uri="{FF2B5EF4-FFF2-40B4-BE49-F238E27FC236}">
                <a16:creationId xmlns:a16="http://schemas.microsoft.com/office/drawing/2014/main" id="{AEECE682-2573-4A53-D5D1-60FDBFE9D33F}"/>
              </a:ext>
            </a:extLst>
          </p:cNvPr>
          <p:cNvSpPr txBox="1">
            <a:spLocks/>
          </p:cNvSpPr>
          <p:nvPr/>
        </p:nvSpPr>
        <p:spPr>
          <a:xfrm>
            <a:off x="3452320" y="2555890"/>
            <a:ext cx="5287360" cy="381128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8800" dirty="0">
                <a:solidFill>
                  <a:srgbClr val="2A4385"/>
                </a:solidFill>
                <a:latin typeface="Source Sans Pro" panose="020B0503030403020204" pitchFamily="34" charset="0"/>
                <a:ea typeface="Roboto Slab Black" pitchFamily="2" charset="0"/>
              </a:rPr>
              <a:t>Grazie</a:t>
            </a:r>
          </a:p>
          <a:p>
            <a:pPr algn="ctr"/>
            <a:endParaRPr lang="it-IT" sz="6600" b="1" dirty="0">
              <a:solidFill>
                <a:srgbClr val="2A4385"/>
              </a:solidFill>
              <a:latin typeface="Source Sans Pro" panose="020B0503030403020204" pitchFamily="34" charset="0"/>
              <a:ea typeface="Roboto Slab Black" pitchFamily="2" charset="0"/>
            </a:endParaRPr>
          </a:p>
          <a:p>
            <a:pPr algn="ctr"/>
            <a:endParaRPr lang="it-IT" sz="2200" b="1" dirty="0">
              <a:solidFill>
                <a:srgbClr val="2A4385"/>
              </a:solidFill>
              <a:latin typeface="Source Sans Pro" panose="020B0503030403020204" pitchFamily="34" charset="0"/>
              <a:ea typeface="Roboto Slab Black" pitchFamily="2" charset="0"/>
            </a:endParaRPr>
          </a:p>
          <a:p>
            <a:pPr algn="ctr"/>
            <a:endParaRPr lang="it-IT" sz="2200" b="1" dirty="0">
              <a:solidFill>
                <a:srgbClr val="2A4385"/>
              </a:solidFill>
              <a:latin typeface="Source Sans Pro" panose="020B0503030403020204" pitchFamily="34" charset="0"/>
              <a:ea typeface="Roboto Slab Black" pitchFamily="2" charset="0"/>
            </a:endParaRPr>
          </a:p>
        </p:txBody>
      </p:sp>
      <p:sp>
        <p:nvSpPr>
          <p:cNvPr id="2" name="Date Placeholder 1">
            <a:extLst>
              <a:ext uri="{FF2B5EF4-FFF2-40B4-BE49-F238E27FC236}">
                <a16:creationId xmlns:a16="http://schemas.microsoft.com/office/drawing/2014/main" id="{60C529BB-A389-C1EB-E2B1-4FEFB1049EEE}"/>
              </a:ext>
            </a:extLst>
          </p:cNvPr>
          <p:cNvSpPr>
            <a:spLocks noGrp="1"/>
          </p:cNvSpPr>
          <p:nvPr>
            <p:ph type="dt" sz="half" idx="10"/>
          </p:nvPr>
        </p:nvSpPr>
        <p:spPr/>
        <p:txBody>
          <a:bodyPr/>
          <a:lstStyle/>
          <a:p>
            <a:r>
              <a:rPr lang="en-US"/>
              <a:t>3/19/2026</a:t>
            </a:r>
          </a:p>
        </p:txBody>
      </p:sp>
      <p:sp>
        <p:nvSpPr>
          <p:cNvPr id="4" name="Footer Placeholder 3">
            <a:extLst>
              <a:ext uri="{FF2B5EF4-FFF2-40B4-BE49-F238E27FC236}">
                <a16:creationId xmlns:a16="http://schemas.microsoft.com/office/drawing/2014/main" id="{E94C6720-9826-97DF-2D40-90E89C7BA012}"/>
              </a:ext>
            </a:extLst>
          </p:cNvPr>
          <p:cNvSpPr>
            <a:spLocks noGrp="1"/>
          </p:cNvSpPr>
          <p:nvPr>
            <p:ph type="ftr" sz="quarter" idx="11"/>
          </p:nvPr>
        </p:nvSpPr>
        <p:spPr/>
        <p:txBody>
          <a:bodyPr/>
          <a:lstStyle/>
          <a:p>
            <a:r>
              <a:rPr lang="en-US"/>
              <a:t>PLAN4ARI-FISA24-00099 Crugliasco (TO)</a:t>
            </a:r>
          </a:p>
        </p:txBody>
      </p:sp>
      <p:sp>
        <p:nvSpPr>
          <p:cNvPr id="6" name="Slide Number Placeholder 5">
            <a:extLst>
              <a:ext uri="{FF2B5EF4-FFF2-40B4-BE49-F238E27FC236}">
                <a16:creationId xmlns:a16="http://schemas.microsoft.com/office/drawing/2014/main" id="{E36C8480-4A72-F77E-F347-EC785803BA85}"/>
              </a:ext>
            </a:extLst>
          </p:cNvPr>
          <p:cNvSpPr>
            <a:spLocks noGrp="1"/>
          </p:cNvSpPr>
          <p:nvPr>
            <p:ph type="sldNum" sz="quarter" idx="12"/>
          </p:nvPr>
        </p:nvSpPr>
        <p:spPr/>
        <p:txBody>
          <a:bodyPr/>
          <a:lstStyle/>
          <a:p>
            <a:fld id="{D67EB81F-4DFB-4028-A191-72B91FC75F55}" type="slidenum">
              <a:rPr lang="en-US" smtClean="0"/>
              <a:t>29</a:t>
            </a:fld>
            <a:endParaRPr lang="en-US"/>
          </a:p>
        </p:txBody>
      </p:sp>
    </p:spTree>
    <p:extLst>
      <p:ext uri="{BB962C8B-B14F-4D97-AF65-F5344CB8AC3E}">
        <p14:creationId xmlns:p14="http://schemas.microsoft.com/office/powerpoint/2010/main" val="3902732321"/>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def4e5e-247f-4a89-b7e5-1968c509544b">
      <Terms xmlns="http://schemas.microsoft.com/office/infopath/2007/PartnerControls"/>
    </lcf76f155ced4ddcb4097134ff3c332f>
    <TaxCatchAll xmlns="d533452b-9663-4522-a270-ae8d05891bd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3319B0B20B3DE41BEF41CFACEAC753C" ma:contentTypeVersion="10" ma:contentTypeDescription="Create a new document." ma:contentTypeScope="" ma:versionID="9f20efac135d8cfdd2fa348af50dfbde">
  <xsd:schema xmlns:xsd="http://www.w3.org/2001/XMLSchema" xmlns:xs="http://www.w3.org/2001/XMLSchema" xmlns:p="http://schemas.microsoft.com/office/2006/metadata/properties" xmlns:ns2="1def4e5e-247f-4a89-b7e5-1968c509544b" xmlns:ns3="d533452b-9663-4522-a270-ae8d05891bde" targetNamespace="http://schemas.microsoft.com/office/2006/metadata/properties" ma:root="true" ma:fieldsID="79fea841e550a97224ba8a6d213143fe" ns2:_="" ns3:_="">
    <xsd:import namespace="1def4e5e-247f-4a89-b7e5-1968c509544b"/>
    <xsd:import namespace="d533452b-9663-4522-a270-ae8d05891bd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ef4e5e-247f-4a89-b7e5-1968c50954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5505f8f-da62-40e5-a116-f08e7003152c"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33452b-9663-4522-a270-ae8d05891bd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2ffd63e-dad7-4922-9072-1c4c28cd6dac}" ma:internalName="TaxCatchAll" ma:showField="CatchAllData" ma:web="d533452b-9663-4522-a270-ae8d05891bd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B66CA0-4467-43C9-AA74-83DA80172245}">
  <ds:schemaRefs>
    <ds:schemaRef ds:uri="http://schemas.microsoft.com/sharepoint/v3/contenttype/forms"/>
  </ds:schemaRefs>
</ds:datastoreItem>
</file>

<file path=customXml/itemProps2.xml><?xml version="1.0" encoding="utf-8"?>
<ds:datastoreItem xmlns:ds="http://schemas.openxmlformats.org/officeDocument/2006/customXml" ds:itemID="{E6EE4497-9D9F-4EED-842C-7D0FB3982660}">
  <ds:schemaRefs>
    <ds:schemaRef ds:uri="http://schemas.microsoft.com/office/2006/metadata/properties"/>
    <ds:schemaRef ds:uri="http://schemas.microsoft.com/office/infopath/2007/PartnerControls"/>
    <ds:schemaRef ds:uri="0e8b4e4a-2634-4a0d-8711-ee726bff4d05"/>
    <ds:schemaRef ds:uri="b034273a-9543-45fd-b584-e8a0777a9e2b"/>
    <ds:schemaRef ds:uri="067f8947-1cae-4274-bec2-03327e9e7ab8"/>
    <ds:schemaRef ds:uri="fe5ae041-493b-4068-8c9f-6b188d9ef84e"/>
  </ds:schemaRefs>
</ds:datastoreItem>
</file>

<file path=customXml/itemProps3.xml><?xml version="1.0" encoding="utf-8"?>
<ds:datastoreItem xmlns:ds="http://schemas.openxmlformats.org/officeDocument/2006/customXml" ds:itemID="{16FCBE3C-932F-41C0-AB8D-C79516A92EBE}"/>
</file>

<file path=docProps/app.xml><?xml version="1.0" encoding="utf-8"?>
<Properties xmlns="http://schemas.openxmlformats.org/officeDocument/2006/extended-properties" xmlns:vt="http://schemas.openxmlformats.org/officeDocument/2006/docPropsVTypes">
  <TotalTime>2088</TotalTime>
  <Words>2033</Words>
  <Application>Microsoft Office PowerPoint</Application>
  <PresentationFormat>Widescreen</PresentationFormat>
  <Paragraphs>265</Paragraphs>
  <Slides>29</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Calibri</vt:lpstr>
      <vt:lpstr>Calibri Light</vt:lpstr>
      <vt:lpstr>Courier New</vt:lpstr>
      <vt:lpstr>Source Sans Pro</vt:lpstr>
      <vt:lpstr>Times</vt:lpstr>
      <vt:lpstr>Wingdings</vt:lpstr>
      <vt:lpstr>Tema di Office</vt:lpstr>
      <vt:lpstr>PowerPoint Presentation</vt:lpstr>
      <vt:lpstr>The RATIONALE</vt:lpstr>
      <vt:lpstr>AI = IPC + Add-ons</vt:lpstr>
      <vt:lpstr>AI = IPC + Add-ons</vt:lpstr>
      <vt:lpstr>GANTT</vt:lpstr>
      <vt:lpstr>Low-Code</vt:lpstr>
      <vt:lpstr>LOW-CODE From Low-Code to AI Agents</vt:lpstr>
      <vt:lpstr>A2 - Activities</vt:lpstr>
      <vt:lpstr>A.2 Roles</vt:lpstr>
      <vt:lpstr>Sensing for Context Awareness</vt:lpstr>
      <vt:lpstr>Sensing for Context Awareness</vt:lpstr>
      <vt:lpstr>A3 - Activities</vt:lpstr>
      <vt:lpstr>Local and Global Autonomous Motion Planning </vt:lpstr>
      <vt:lpstr>Local and Global Autonomous Motion Planning </vt:lpstr>
      <vt:lpstr>A4 - Activities</vt:lpstr>
      <vt:lpstr>A.3 &amp; A.4 Roles</vt:lpstr>
      <vt:lpstr>Advanced Robot Motion Controlling through Machine Learning Methods </vt:lpstr>
      <vt:lpstr>Advanced Robot Motion Controlling through Machine Learning Methods</vt:lpstr>
      <vt:lpstr>A4 - Activities</vt:lpstr>
      <vt:lpstr>A.5 Roles</vt:lpstr>
      <vt:lpstr>Human-Robot Trustiness Evaluation and Assessment</vt:lpstr>
      <vt:lpstr>PowerPoint Presentation</vt:lpstr>
      <vt:lpstr>PowerPoint Presentation</vt:lpstr>
      <vt:lpstr>PowerPoint Presentation</vt:lpstr>
      <vt:lpstr>PowerPoint Presentation</vt:lpstr>
      <vt:lpstr>PowerPoint Presentation</vt:lpstr>
      <vt:lpstr>PowerPoint Presentation</vt:lpstr>
      <vt:lpstr>Next Steps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Francy</dc:creator>
  <cp:lastModifiedBy>NICOLA PEDROCCHI</cp:lastModifiedBy>
  <cp:revision>169</cp:revision>
  <dcterms:created xsi:type="dcterms:W3CDTF">2020-06-25T08:30:49Z</dcterms:created>
  <dcterms:modified xsi:type="dcterms:W3CDTF">2026-03-19T10:33:17Z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0x01010093319B0B20B3DE41BEF41CFACEAC753C</vt:lpwstr>
  </property>
</Properties>
</file>